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10287000" cx="18288000"/>
  <p:notesSz cx="6858000" cy="9144000"/>
  <p:embeddedFontLst>
    <p:embeddedFont>
      <p:font typeface="Antonio"/>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3" roundtripDataSignature="AMtx7mgEvjgKEBKxd6dzC6FLMhR/WHqHB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Antonio-bold.fnt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f8c140b409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g3f8c140b409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f8c140b4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g3f8c140b40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4"/>
          <p:cNvSpPr/>
          <p:nvPr>
            <p:ph idx="2" type="pic"/>
          </p:nvPr>
        </p:nvSpPr>
        <p:spPr>
          <a:xfrm>
            <a:off x="1792288" y="612775"/>
            <a:ext cx="5486400" cy="4114800"/>
          </a:xfrm>
          <a:prstGeom prst="rect">
            <a:avLst/>
          </a:prstGeom>
          <a:noFill/>
          <a:ln>
            <a:noFill/>
          </a:ln>
        </p:spPr>
      </p:sp>
      <p:sp>
        <p:nvSpPr>
          <p:cNvPr id="64" name="Google Shape;64;p2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6.jpg"/><Relationship Id="rId4" Type="http://schemas.openxmlformats.org/officeDocument/2006/relationships/image" Target="../media/image5.png"/><Relationship Id="rId10" Type="http://schemas.openxmlformats.org/officeDocument/2006/relationships/image" Target="../media/image4.png"/><Relationship Id="rId9" Type="http://schemas.openxmlformats.org/officeDocument/2006/relationships/image" Target="../media/image2.png"/><Relationship Id="rId5" Type="http://schemas.openxmlformats.org/officeDocument/2006/relationships/image" Target="../media/image6.png"/><Relationship Id="rId6" Type="http://schemas.openxmlformats.org/officeDocument/2006/relationships/image" Target="../media/image21.png"/><Relationship Id="rId7" Type="http://schemas.openxmlformats.org/officeDocument/2006/relationships/image" Target="../media/image1.png"/><Relationship Id="rId8"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8.png"/><Relationship Id="rId11" Type="http://schemas.openxmlformats.org/officeDocument/2006/relationships/image" Target="../media/image11.png"/><Relationship Id="rId10" Type="http://schemas.openxmlformats.org/officeDocument/2006/relationships/image" Target="../media/image16.png"/><Relationship Id="rId9" Type="http://schemas.openxmlformats.org/officeDocument/2006/relationships/image" Target="../media/image15.png"/><Relationship Id="rId5" Type="http://schemas.openxmlformats.org/officeDocument/2006/relationships/image" Target="../media/image9.png"/><Relationship Id="rId6" Type="http://schemas.openxmlformats.org/officeDocument/2006/relationships/image" Target="../media/image12.png"/><Relationship Id="rId7" Type="http://schemas.openxmlformats.org/officeDocument/2006/relationships/image" Target="../media/image23.png"/><Relationship Id="rId8"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0.png"/><Relationship Id="rId9" Type="http://schemas.openxmlformats.org/officeDocument/2006/relationships/image" Target="../media/image27.png"/><Relationship Id="rId5" Type="http://schemas.openxmlformats.org/officeDocument/2006/relationships/image" Target="../media/image19.png"/><Relationship Id="rId6" Type="http://schemas.openxmlformats.org/officeDocument/2006/relationships/image" Target="../media/image14.png"/><Relationship Id="rId7" Type="http://schemas.openxmlformats.org/officeDocument/2006/relationships/image" Target="../media/image22.png"/><Relationship Id="rId8"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rot="-5400000">
            <a:off x="4000500" y="-3812025"/>
            <a:ext cx="10287000" cy="18288000"/>
          </a:xfrm>
          <a:custGeom>
            <a:rect b="b" l="l" r="r" t="t"/>
            <a:pathLst>
              <a:path extrusionOk="0" h="18288000" w="10287000">
                <a:moveTo>
                  <a:pt x="10287000" y="0"/>
                </a:moveTo>
                <a:lnTo>
                  <a:pt x="10287000" y="18288000"/>
                </a:lnTo>
                <a:lnTo>
                  <a:pt x="0" y="18288000"/>
                </a:lnTo>
                <a:lnTo>
                  <a:pt x="0" y="0"/>
                </a:lnTo>
                <a:lnTo>
                  <a:pt x="10287000" y="0"/>
                </a:lnTo>
                <a:close/>
              </a:path>
            </a:pathLst>
          </a:custGeom>
          <a:blipFill rotWithShape="1">
            <a:blip r:embed="rId3">
              <a:alphaModFix/>
            </a:blip>
            <a:stretch>
              <a:fillRect b="0" l="-12888" r="-12888" t="0"/>
            </a:stretch>
          </a:blipFill>
          <a:ln>
            <a:noFill/>
          </a:ln>
        </p:spPr>
      </p:sp>
      <p:grpSp>
        <p:nvGrpSpPr>
          <p:cNvPr id="85" name="Google Shape;85;p1"/>
          <p:cNvGrpSpPr/>
          <p:nvPr/>
        </p:nvGrpSpPr>
        <p:grpSpPr>
          <a:xfrm>
            <a:off x="0" y="8864659"/>
            <a:ext cx="11274386" cy="1424246"/>
            <a:chOff x="0" y="-209550"/>
            <a:chExt cx="2969386" cy="375111"/>
          </a:xfrm>
        </p:grpSpPr>
        <p:sp>
          <p:nvSpPr>
            <p:cNvPr id="86" name="Google Shape;86;p1"/>
            <p:cNvSpPr/>
            <p:nvPr/>
          </p:nvSpPr>
          <p:spPr>
            <a:xfrm>
              <a:off x="0" y="0"/>
              <a:ext cx="2969386" cy="165561"/>
            </a:xfrm>
            <a:custGeom>
              <a:rect b="b" l="l" r="r" t="t"/>
              <a:pathLst>
                <a:path extrusionOk="0" h="165561" w="2969386">
                  <a:moveTo>
                    <a:pt x="0" y="0"/>
                  </a:moveTo>
                  <a:lnTo>
                    <a:pt x="2969386" y="0"/>
                  </a:lnTo>
                  <a:lnTo>
                    <a:pt x="2969386" y="165561"/>
                  </a:lnTo>
                  <a:lnTo>
                    <a:pt x="0" y="165561"/>
                  </a:lnTo>
                  <a:close/>
                </a:path>
              </a:pathLst>
            </a:custGeom>
            <a:solidFill>
              <a:srgbClr val="9A1E14"/>
            </a:solidFill>
            <a:ln>
              <a:noFill/>
            </a:ln>
          </p:spPr>
        </p:sp>
        <p:sp>
          <p:nvSpPr>
            <p:cNvPr id="87" name="Google Shape;87;p1"/>
            <p:cNvSpPr txBox="1"/>
            <p:nvPr/>
          </p:nvSpPr>
          <p:spPr>
            <a:xfrm>
              <a:off x="0" y="-209550"/>
              <a:ext cx="2969386" cy="375111"/>
            </a:xfrm>
            <a:prstGeom prst="rect">
              <a:avLst/>
            </a:prstGeom>
            <a:noFill/>
            <a:ln>
              <a:noFill/>
            </a:ln>
          </p:spPr>
          <p:txBody>
            <a:bodyPr anchorCtr="0" anchor="ctr" bIns="50800" lIns="50800" spcFirstLastPara="1" rIns="50800" wrap="square" tIns="50800">
              <a:noAutofit/>
            </a:bodyPr>
            <a:lstStyle/>
            <a:p>
              <a:pPr indent="0" lvl="0" marL="0" marR="0" rtl="0" algn="ctr">
                <a:lnSpc>
                  <a:spcPct val="288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8" name="Google Shape;88;p1"/>
          <p:cNvSpPr/>
          <p:nvPr/>
        </p:nvSpPr>
        <p:spPr>
          <a:xfrm>
            <a:off x="10125239" y="4305315"/>
            <a:ext cx="7563350" cy="4320563"/>
          </a:xfrm>
          <a:custGeom>
            <a:rect b="b" l="l" r="r" t="t"/>
            <a:pathLst>
              <a:path extrusionOk="0" h="4320563" w="7563350">
                <a:moveTo>
                  <a:pt x="0" y="0"/>
                </a:moveTo>
                <a:lnTo>
                  <a:pt x="7563350" y="0"/>
                </a:lnTo>
                <a:lnTo>
                  <a:pt x="7563350" y="4320563"/>
                </a:lnTo>
                <a:lnTo>
                  <a:pt x="0" y="4320563"/>
                </a:lnTo>
                <a:lnTo>
                  <a:pt x="0" y="0"/>
                </a:lnTo>
                <a:close/>
              </a:path>
            </a:pathLst>
          </a:custGeom>
          <a:blipFill rotWithShape="1">
            <a:blip r:embed="rId4">
              <a:alphaModFix amt="41000"/>
            </a:blip>
            <a:stretch>
              <a:fillRect b="0" l="0" r="0" t="0"/>
            </a:stretch>
          </a:blipFill>
          <a:ln>
            <a:noFill/>
          </a:ln>
        </p:spPr>
      </p:sp>
      <p:grpSp>
        <p:nvGrpSpPr>
          <p:cNvPr id="89" name="Google Shape;89;p1"/>
          <p:cNvGrpSpPr/>
          <p:nvPr/>
        </p:nvGrpSpPr>
        <p:grpSpPr>
          <a:xfrm>
            <a:off x="7409562" y="9515631"/>
            <a:ext cx="11698550" cy="1398078"/>
            <a:chOff x="0" y="-38100"/>
            <a:chExt cx="3081100" cy="368218"/>
          </a:xfrm>
        </p:grpSpPr>
        <p:sp>
          <p:nvSpPr>
            <p:cNvPr id="90" name="Google Shape;90;p1"/>
            <p:cNvSpPr/>
            <p:nvPr/>
          </p:nvSpPr>
          <p:spPr>
            <a:xfrm>
              <a:off x="0" y="0"/>
              <a:ext cx="3081100" cy="330118"/>
            </a:xfrm>
            <a:custGeom>
              <a:rect b="b" l="l" r="r" t="t"/>
              <a:pathLst>
                <a:path extrusionOk="0" h="330118" w="3081100">
                  <a:moveTo>
                    <a:pt x="33751" y="0"/>
                  </a:moveTo>
                  <a:lnTo>
                    <a:pt x="3047349" y="0"/>
                  </a:lnTo>
                  <a:cubicBezTo>
                    <a:pt x="3056300" y="0"/>
                    <a:pt x="3064885" y="3556"/>
                    <a:pt x="3071214" y="9885"/>
                  </a:cubicBezTo>
                  <a:cubicBezTo>
                    <a:pt x="3077544" y="16215"/>
                    <a:pt x="3081100" y="24800"/>
                    <a:pt x="3081100" y="33751"/>
                  </a:cubicBezTo>
                  <a:lnTo>
                    <a:pt x="3081100" y="296367"/>
                  </a:lnTo>
                  <a:cubicBezTo>
                    <a:pt x="3081100" y="315007"/>
                    <a:pt x="3065989" y="330118"/>
                    <a:pt x="3047349" y="330118"/>
                  </a:cubicBezTo>
                  <a:lnTo>
                    <a:pt x="33751" y="330118"/>
                  </a:lnTo>
                  <a:cubicBezTo>
                    <a:pt x="15111" y="330118"/>
                    <a:pt x="0" y="315007"/>
                    <a:pt x="0" y="296367"/>
                  </a:cubicBezTo>
                  <a:lnTo>
                    <a:pt x="0" y="33751"/>
                  </a:lnTo>
                  <a:cubicBezTo>
                    <a:pt x="0" y="15111"/>
                    <a:pt x="15111" y="0"/>
                    <a:pt x="33751" y="0"/>
                  </a:cubicBezTo>
                  <a:close/>
                </a:path>
              </a:pathLst>
            </a:custGeom>
            <a:solidFill>
              <a:srgbClr val="520B0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
            <p:cNvSpPr txBox="1"/>
            <p:nvPr/>
          </p:nvSpPr>
          <p:spPr>
            <a:xfrm>
              <a:off x="0" y="-38100"/>
              <a:ext cx="3081100" cy="36821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2" name="Google Shape;92;p1"/>
          <p:cNvGrpSpPr/>
          <p:nvPr/>
        </p:nvGrpSpPr>
        <p:grpSpPr>
          <a:xfrm>
            <a:off x="13694717" y="-1753077"/>
            <a:ext cx="6124381" cy="6124381"/>
            <a:chOff x="0" y="0"/>
            <a:chExt cx="812800" cy="812800"/>
          </a:xfrm>
        </p:grpSpPr>
        <p:sp>
          <p:nvSpPr>
            <p:cNvPr id="93" name="Google Shape;93;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A1E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5" name="Google Shape;95;p1"/>
          <p:cNvGrpSpPr/>
          <p:nvPr/>
        </p:nvGrpSpPr>
        <p:grpSpPr>
          <a:xfrm>
            <a:off x="-1681358" y="-2165014"/>
            <a:ext cx="2511937" cy="5130140"/>
            <a:chOff x="0" y="-38100"/>
            <a:chExt cx="661580" cy="1351148"/>
          </a:xfrm>
        </p:grpSpPr>
        <p:sp>
          <p:nvSpPr>
            <p:cNvPr id="96" name="Google Shape;96;p1"/>
            <p:cNvSpPr/>
            <p:nvPr/>
          </p:nvSpPr>
          <p:spPr>
            <a:xfrm>
              <a:off x="0" y="0"/>
              <a:ext cx="661580" cy="1313048"/>
            </a:xfrm>
            <a:custGeom>
              <a:rect b="b" l="l" r="r" t="t"/>
              <a:pathLst>
                <a:path extrusionOk="0" h="1313048" w="661580">
                  <a:moveTo>
                    <a:pt x="157185" y="0"/>
                  </a:moveTo>
                  <a:lnTo>
                    <a:pt x="504395" y="0"/>
                  </a:lnTo>
                  <a:cubicBezTo>
                    <a:pt x="591206" y="0"/>
                    <a:pt x="661580" y="70374"/>
                    <a:pt x="661580" y="157185"/>
                  </a:cubicBezTo>
                  <a:lnTo>
                    <a:pt x="661580" y="1155863"/>
                  </a:lnTo>
                  <a:cubicBezTo>
                    <a:pt x="661580" y="1242674"/>
                    <a:pt x="591206" y="1313048"/>
                    <a:pt x="504395" y="1313048"/>
                  </a:cubicBezTo>
                  <a:lnTo>
                    <a:pt x="157185" y="1313048"/>
                  </a:lnTo>
                  <a:cubicBezTo>
                    <a:pt x="70374" y="1313048"/>
                    <a:pt x="0" y="1242674"/>
                    <a:pt x="0" y="1155863"/>
                  </a:cubicBezTo>
                  <a:lnTo>
                    <a:pt x="0" y="157185"/>
                  </a:lnTo>
                  <a:cubicBezTo>
                    <a:pt x="0" y="70374"/>
                    <a:pt x="70374" y="0"/>
                    <a:pt x="157185" y="0"/>
                  </a:cubicBezTo>
                  <a:close/>
                </a:path>
              </a:pathLst>
            </a:custGeom>
            <a:solidFill>
              <a:srgbClr val="9A1E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
            <p:cNvSpPr txBox="1"/>
            <p:nvPr/>
          </p:nvSpPr>
          <p:spPr>
            <a:xfrm>
              <a:off x="0" y="-38100"/>
              <a:ext cx="661580" cy="135114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8" name="Google Shape;98;p1"/>
          <p:cNvSpPr/>
          <p:nvPr/>
        </p:nvSpPr>
        <p:spPr>
          <a:xfrm rot="5400000">
            <a:off x="15701085" y="1283846"/>
            <a:ext cx="2700592" cy="1077675"/>
          </a:xfrm>
          <a:custGeom>
            <a:rect b="b" l="l" r="r" t="t"/>
            <a:pathLst>
              <a:path extrusionOk="0" h="1077675" w="2700592">
                <a:moveTo>
                  <a:pt x="0" y="0"/>
                </a:moveTo>
                <a:lnTo>
                  <a:pt x="2700592" y="0"/>
                </a:lnTo>
                <a:lnTo>
                  <a:pt x="2700592" y="1077674"/>
                </a:lnTo>
                <a:lnTo>
                  <a:pt x="0" y="1077674"/>
                </a:lnTo>
                <a:lnTo>
                  <a:pt x="0" y="0"/>
                </a:lnTo>
                <a:close/>
              </a:path>
            </a:pathLst>
          </a:custGeom>
          <a:blipFill rotWithShape="1">
            <a:blip r:embed="rId5">
              <a:alphaModFix/>
            </a:blip>
            <a:stretch>
              <a:fillRect b="0" l="0" r="-33574" t="0"/>
            </a:stretch>
          </a:blipFill>
          <a:ln>
            <a:noFill/>
          </a:ln>
        </p:spPr>
      </p:sp>
      <p:sp>
        <p:nvSpPr>
          <p:cNvPr id="99" name="Google Shape;99;p1"/>
          <p:cNvSpPr/>
          <p:nvPr/>
        </p:nvSpPr>
        <p:spPr>
          <a:xfrm>
            <a:off x="9857525" y="2295865"/>
            <a:ext cx="8999109" cy="5431534"/>
          </a:xfrm>
          <a:custGeom>
            <a:rect b="b" l="l" r="r" t="t"/>
            <a:pathLst>
              <a:path extrusionOk="0" h="841446" w="1394130">
                <a:moveTo>
                  <a:pt x="19788" y="0"/>
                </a:moveTo>
                <a:lnTo>
                  <a:pt x="1374342" y="0"/>
                </a:lnTo>
                <a:cubicBezTo>
                  <a:pt x="1379590" y="0"/>
                  <a:pt x="1384623" y="2085"/>
                  <a:pt x="1388334" y="5796"/>
                </a:cubicBezTo>
                <a:cubicBezTo>
                  <a:pt x="1392045" y="9507"/>
                  <a:pt x="1394130" y="14540"/>
                  <a:pt x="1394130" y="19788"/>
                </a:cubicBezTo>
                <a:lnTo>
                  <a:pt x="1394130" y="821658"/>
                </a:lnTo>
                <a:cubicBezTo>
                  <a:pt x="1394130" y="832587"/>
                  <a:pt x="1385270" y="841446"/>
                  <a:pt x="1374342" y="841446"/>
                </a:cubicBezTo>
                <a:lnTo>
                  <a:pt x="19788" y="841446"/>
                </a:lnTo>
                <a:cubicBezTo>
                  <a:pt x="14540" y="841446"/>
                  <a:pt x="9507" y="839362"/>
                  <a:pt x="5796" y="835651"/>
                </a:cubicBezTo>
                <a:cubicBezTo>
                  <a:pt x="2085" y="831940"/>
                  <a:pt x="0" y="826907"/>
                  <a:pt x="0" y="821658"/>
                </a:cubicBezTo>
                <a:lnTo>
                  <a:pt x="0" y="19788"/>
                </a:lnTo>
                <a:cubicBezTo>
                  <a:pt x="0" y="8859"/>
                  <a:pt x="8859" y="0"/>
                  <a:pt x="19788" y="0"/>
                </a:cubicBezTo>
                <a:close/>
              </a:path>
            </a:pathLst>
          </a:custGeom>
          <a:blipFill rotWithShape="1">
            <a:blip r:embed="rId6">
              <a:alphaModFix/>
            </a:blip>
            <a:stretch>
              <a:fillRect b="0" l="-28901" r="-64238"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
          <p:cNvSpPr/>
          <p:nvPr/>
        </p:nvSpPr>
        <p:spPr>
          <a:xfrm rot="5400000">
            <a:off x="2864904" y="2076502"/>
            <a:ext cx="650161" cy="807197"/>
          </a:xfrm>
          <a:custGeom>
            <a:rect b="b" l="l" r="r" t="t"/>
            <a:pathLst>
              <a:path extrusionOk="0" h="807197" w="650161">
                <a:moveTo>
                  <a:pt x="0" y="0"/>
                </a:moveTo>
                <a:lnTo>
                  <a:pt x="650160" y="0"/>
                </a:lnTo>
                <a:lnTo>
                  <a:pt x="650160" y="807198"/>
                </a:lnTo>
                <a:lnTo>
                  <a:pt x="0" y="807198"/>
                </a:lnTo>
                <a:lnTo>
                  <a:pt x="0" y="0"/>
                </a:lnTo>
                <a:close/>
              </a:path>
            </a:pathLst>
          </a:custGeom>
          <a:blipFill rotWithShape="1">
            <a:blip r:embed="rId7">
              <a:alphaModFix/>
            </a:blip>
            <a:stretch>
              <a:fillRect b="0" l="0" r="0" t="0"/>
            </a:stretch>
          </a:blipFill>
          <a:ln>
            <a:noFill/>
          </a:ln>
        </p:spPr>
      </p:sp>
      <p:sp>
        <p:nvSpPr>
          <p:cNvPr id="101" name="Google Shape;101;p1"/>
          <p:cNvSpPr/>
          <p:nvPr/>
        </p:nvSpPr>
        <p:spPr>
          <a:xfrm>
            <a:off x="17484334" y="-238472"/>
            <a:ext cx="2334764" cy="2534343"/>
          </a:xfrm>
          <a:custGeom>
            <a:rect b="b" l="l" r="r" t="t"/>
            <a:pathLst>
              <a:path extrusionOk="0" h="2534343" w="2334764">
                <a:moveTo>
                  <a:pt x="0" y="0"/>
                </a:moveTo>
                <a:lnTo>
                  <a:pt x="2334764" y="0"/>
                </a:lnTo>
                <a:lnTo>
                  <a:pt x="2334764" y="2534344"/>
                </a:lnTo>
                <a:lnTo>
                  <a:pt x="0" y="2534344"/>
                </a:lnTo>
                <a:lnTo>
                  <a:pt x="0" y="0"/>
                </a:lnTo>
                <a:close/>
              </a:path>
            </a:pathLst>
          </a:custGeom>
          <a:blipFill rotWithShape="1">
            <a:blip r:embed="rId8">
              <a:alphaModFix amt="13000"/>
            </a:blip>
            <a:stretch>
              <a:fillRect b="0" l="0" r="0" t="0"/>
            </a:stretch>
          </a:blipFill>
          <a:ln>
            <a:noFill/>
          </a:ln>
        </p:spPr>
      </p:sp>
      <p:sp>
        <p:nvSpPr>
          <p:cNvPr id="102" name="Google Shape;102;p1"/>
          <p:cNvSpPr/>
          <p:nvPr/>
        </p:nvSpPr>
        <p:spPr>
          <a:xfrm>
            <a:off x="16512543" y="9660292"/>
            <a:ext cx="4546740" cy="4114800"/>
          </a:xfrm>
          <a:custGeom>
            <a:rect b="b" l="l" r="r" t="t"/>
            <a:pathLst>
              <a:path extrusionOk="0" h="4114800" w="4546740">
                <a:moveTo>
                  <a:pt x="0" y="0"/>
                </a:moveTo>
                <a:lnTo>
                  <a:pt x="4546741" y="0"/>
                </a:lnTo>
                <a:lnTo>
                  <a:pt x="4546741" y="4114800"/>
                </a:lnTo>
                <a:lnTo>
                  <a:pt x="0" y="4114800"/>
                </a:lnTo>
                <a:lnTo>
                  <a:pt x="0" y="0"/>
                </a:lnTo>
                <a:close/>
              </a:path>
            </a:pathLst>
          </a:custGeom>
          <a:blipFill rotWithShape="1">
            <a:blip r:embed="rId9">
              <a:alphaModFix amt="24000"/>
            </a:blip>
            <a:stretch>
              <a:fillRect b="0" l="0" r="0" t="0"/>
            </a:stretch>
          </a:blipFill>
          <a:ln>
            <a:noFill/>
          </a:ln>
        </p:spPr>
      </p:sp>
      <p:sp>
        <p:nvSpPr>
          <p:cNvPr id="103" name="Google Shape;103;p1"/>
          <p:cNvSpPr txBox="1"/>
          <p:nvPr/>
        </p:nvSpPr>
        <p:spPr>
          <a:xfrm>
            <a:off x="1126125" y="4972450"/>
            <a:ext cx="7653300" cy="673200"/>
          </a:xfrm>
          <a:prstGeom prst="rect">
            <a:avLst/>
          </a:prstGeom>
          <a:noFill/>
          <a:ln>
            <a:noFill/>
          </a:ln>
        </p:spPr>
        <p:txBody>
          <a:bodyPr anchorCtr="0" anchor="t" bIns="0" lIns="0" spcFirstLastPara="1" rIns="0" wrap="square" tIns="0">
            <a:spAutoFit/>
          </a:bodyPr>
          <a:lstStyle/>
          <a:p>
            <a:pPr indent="0" lvl="0" marL="0" rtl="0" algn="l">
              <a:lnSpc>
                <a:spcPct val="140087"/>
              </a:lnSpc>
              <a:spcBef>
                <a:spcPts val="0"/>
              </a:spcBef>
              <a:spcAft>
                <a:spcPts val="0"/>
              </a:spcAft>
              <a:buNone/>
            </a:pPr>
            <a:r>
              <a:rPr b="1" lang="en-US" sz="1822">
                <a:solidFill>
                  <a:srgbClr val="0D0D0D"/>
                </a:solidFill>
              </a:rPr>
              <a:t>Presentador: Fabián Molina | Alexsander Atenas | Kevin Valenzuela</a:t>
            </a:r>
            <a:endParaRPr b="1" sz="1822">
              <a:solidFill>
                <a:srgbClr val="0D0D0D"/>
              </a:solidFill>
            </a:endParaRPr>
          </a:p>
          <a:p>
            <a:pPr indent="0" lvl="0" marL="0" marR="0" rtl="0" algn="l">
              <a:lnSpc>
                <a:spcPct val="140087"/>
              </a:lnSpc>
              <a:spcBef>
                <a:spcPts val="0"/>
              </a:spcBef>
              <a:spcAft>
                <a:spcPts val="0"/>
              </a:spcAft>
              <a:buNone/>
            </a:pPr>
            <a:r>
              <a:rPr b="1" lang="en-US" sz="1822">
                <a:solidFill>
                  <a:srgbClr val="0D0D0D"/>
                </a:solidFill>
              </a:rPr>
              <a:t>Docente: Aldo Martinez | Capstone | 802D_PRS</a:t>
            </a:r>
            <a:endParaRPr b="1" sz="1822">
              <a:solidFill>
                <a:srgbClr val="0D0D0D"/>
              </a:solidFill>
            </a:endParaRPr>
          </a:p>
        </p:txBody>
      </p:sp>
      <p:sp>
        <p:nvSpPr>
          <p:cNvPr id="104" name="Google Shape;104;p1"/>
          <p:cNvSpPr txBox="1"/>
          <p:nvPr/>
        </p:nvSpPr>
        <p:spPr>
          <a:xfrm>
            <a:off x="1126121" y="3591977"/>
            <a:ext cx="4127700" cy="843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5480" u="none" cap="none" strike="noStrike">
                <a:solidFill>
                  <a:srgbClr val="0D0D0D"/>
                </a:solidFill>
                <a:latin typeface="Antonio"/>
                <a:ea typeface="Antonio"/>
                <a:cs typeface="Antonio"/>
                <a:sym typeface="Antonio"/>
              </a:rPr>
              <a:t>MINI-TRABAJO</a:t>
            </a:r>
            <a:endParaRPr/>
          </a:p>
        </p:txBody>
      </p:sp>
      <p:pic>
        <p:nvPicPr>
          <p:cNvPr id="105" name="Google Shape;105;p1"/>
          <p:cNvPicPr preferRelativeResize="0"/>
          <p:nvPr/>
        </p:nvPicPr>
        <p:blipFill rotWithShape="1">
          <a:blip r:embed="rId10">
            <a:alphaModFix/>
          </a:blip>
          <a:srcRect b="0" l="0" r="0" t="0"/>
          <a:stretch/>
        </p:blipFill>
        <p:spPr>
          <a:xfrm>
            <a:off x="16001984" y="-868967"/>
            <a:ext cx="2286006" cy="228600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109" name="Shape 109"/>
        <p:cNvGrpSpPr/>
        <p:nvPr/>
      </p:nvGrpSpPr>
      <p:grpSpPr>
        <a:xfrm>
          <a:off x="0" y="0"/>
          <a:ext cx="0" cy="0"/>
          <a:chOff x="0" y="0"/>
          <a:chExt cx="0" cy="0"/>
        </a:xfrm>
      </p:grpSpPr>
      <p:grpSp>
        <p:nvGrpSpPr>
          <p:cNvPr id="110" name="Google Shape;110;p2"/>
          <p:cNvGrpSpPr/>
          <p:nvPr/>
        </p:nvGrpSpPr>
        <p:grpSpPr>
          <a:xfrm>
            <a:off x="762000" y="-28575"/>
            <a:ext cx="76200" cy="10315575"/>
            <a:chOff x="0" y="-38100"/>
            <a:chExt cx="101600" cy="13754100"/>
          </a:xfrm>
        </p:grpSpPr>
        <p:sp>
          <p:nvSpPr>
            <p:cNvPr id="111" name="Google Shape;111;p2"/>
            <p:cNvSpPr/>
            <p:nvPr/>
          </p:nvSpPr>
          <p:spPr>
            <a:xfrm>
              <a:off x="0" y="0"/>
              <a:ext cx="101600" cy="13716000"/>
            </a:xfrm>
            <a:custGeom>
              <a:rect b="b" l="l" r="r" t="t"/>
              <a:pathLst>
                <a:path extrusionOk="0" h="13716000" w="101600">
                  <a:moveTo>
                    <a:pt x="0" y="0"/>
                  </a:moveTo>
                  <a:lnTo>
                    <a:pt x="101600" y="0"/>
                  </a:lnTo>
                  <a:lnTo>
                    <a:pt x="101600" y="13716000"/>
                  </a:lnTo>
                  <a:lnTo>
                    <a:pt x="0" y="13716000"/>
                  </a:lnTo>
                  <a:close/>
                </a:path>
              </a:pathLst>
            </a:custGeom>
            <a:solidFill>
              <a:srgbClr val="E30613"/>
            </a:solidFill>
            <a:ln>
              <a:noFill/>
            </a:ln>
          </p:spPr>
        </p:sp>
        <p:sp>
          <p:nvSpPr>
            <p:cNvPr id="112" name="Google Shape;112;p2"/>
            <p:cNvSpPr txBox="1"/>
            <p:nvPr/>
          </p:nvSpPr>
          <p:spPr>
            <a:xfrm>
              <a:off x="0" y="-38100"/>
              <a:ext cx="101600" cy="137541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3" name="Google Shape;113;p2"/>
          <p:cNvSpPr txBox="1"/>
          <p:nvPr/>
        </p:nvSpPr>
        <p:spPr>
          <a:xfrm>
            <a:off x="1143000" y="895350"/>
            <a:ext cx="5715000" cy="96393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7200" u="none" cap="none" strike="noStrike">
                <a:solidFill>
                  <a:srgbClr val="FFFFFF"/>
                </a:solidFill>
                <a:latin typeface="Antonio"/>
                <a:ea typeface="Antonio"/>
                <a:cs typeface="Antonio"/>
                <a:sym typeface="Antonio"/>
              </a:rPr>
              <a:t>ÍNDICE</a:t>
            </a:r>
            <a:endParaRPr/>
          </a:p>
        </p:txBody>
      </p:sp>
      <p:grpSp>
        <p:nvGrpSpPr>
          <p:cNvPr id="114" name="Google Shape;114;p2"/>
          <p:cNvGrpSpPr/>
          <p:nvPr/>
        </p:nvGrpSpPr>
        <p:grpSpPr>
          <a:xfrm>
            <a:off x="1143000" y="1933575"/>
            <a:ext cx="2144674" cy="92100"/>
            <a:chOff x="0" y="-38100"/>
            <a:chExt cx="2859565" cy="122799"/>
          </a:xfrm>
        </p:grpSpPr>
        <p:sp>
          <p:nvSpPr>
            <p:cNvPr id="115" name="Google Shape;115;p2"/>
            <p:cNvSpPr/>
            <p:nvPr/>
          </p:nvSpPr>
          <p:spPr>
            <a:xfrm>
              <a:off x="0" y="0"/>
              <a:ext cx="2859565" cy="84699"/>
            </a:xfrm>
            <a:custGeom>
              <a:rect b="b" l="l" r="r" t="t"/>
              <a:pathLst>
                <a:path extrusionOk="0" h="84699" w="2859565">
                  <a:moveTo>
                    <a:pt x="0" y="0"/>
                  </a:moveTo>
                  <a:lnTo>
                    <a:pt x="2859565" y="0"/>
                  </a:lnTo>
                  <a:lnTo>
                    <a:pt x="2859565" y="84699"/>
                  </a:lnTo>
                  <a:lnTo>
                    <a:pt x="0" y="84699"/>
                  </a:lnTo>
                  <a:close/>
                </a:path>
              </a:pathLst>
            </a:custGeom>
            <a:solidFill>
              <a:srgbClr val="E30613"/>
            </a:solidFill>
            <a:ln>
              <a:noFill/>
            </a:ln>
          </p:spPr>
        </p:sp>
        <p:sp>
          <p:nvSpPr>
            <p:cNvPr id="116" name="Google Shape;116;p2"/>
            <p:cNvSpPr txBox="1"/>
            <p:nvPr/>
          </p:nvSpPr>
          <p:spPr>
            <a:xfrm>
              <a:off x="0" y="-38100"/>
              <a:ext cx="2859565" cy="122799"/>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7" name="Google Shape;117;p2"/>
          <p:cNvSpPr txBox="1"/>
          <p:nvPr/>
        </p:nvSpPr>
        <p:spPr>
          <a:xfrm>
            <a:off x="1793777" y="2591095"/>
            <a:ext cx="762000" cy="71247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4200" u="none" cap="none" strike="noStrike">
                <a:solidFill>
                  <a:srgbClr val="E30613"/>
                </a:solidFill>
                <a:latin typeface="Antonio"/>
                <a:ea typeface="Antonio"/>
                <a:cs typeface="Antonio"/>
                <a:sym typeface="Antonio"/>
              </a:rPr>
              <a:t>01</a:t>
            </a:r>
            <a:endParaRPr/>
          </a:p>
        </p:txBody>
      </p:sp>
      <p:sp>
        <p:nvSpPr>
          <p:cNvPr id="118" name="Google Shape;118;p2"/>
          <p:cNvSpPr txBox="1"/>
          <p:nvPr/>
        </p:nvSpPr>
        <p:spPr>
          <a:xfrm>
            <a:off x="2651027" y="2648245"/>
            <a:ext cx="5715000" cy="53784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00" u="none" cap="none" strike="noStrike">
                <a:solidFill>
                  <a:srgbClr val="FFFFFF"/>
                </a:solidFill>
                <a:latin typeface="Arial"/>
                <a:ea typeface="Arial"/>
                <a:cs typeface="Arial"/>
                <a:sym typeface="Arial"/>
              </a:rPr>
              <a:t>Introducción</a:t>
            </a:r>
            <a:endParaRPr/>
          </a:p>
        </p:txBody>
      </p:sp>
      <p:cxnSp>
        <p:nvCxnSpPr>
          <p:cNvPr id="119" name="Google Shape;119;p2"/>
          <p:cNvCxnSpPr/>
          <p:nvPr/>
        </p:nvCxnSpPr>
        <p:spPr>
          <a:xfrm>
            <a:off x="1793777" y="3238795"/>
            <a:ext cx="6000750" cy="0"/>
          </a:xfrm>
          <a:prstGeom prst="straightConnector1">
            <a:avLst/>
          </a:prstGeom>
          <a:noFill/>
          <a:ln cap="flat" cmpd="sng" w="9525">
            <a:solidFill>
              <a:srgbClr val="333333"/>
            </a:solidFill>
            <a:prstDash val="solid"/>
            <a:round/>
            <a:headEnd len="sm" w="sm" type="none"/>
            <a:tailEnd len="sm" w="sm" type="none"/>
          </a:ln>
        </p:spPr>
      </p:cxnSp>
      <p:sp>
        <p:nvSpPr>
          <p:cNvPr id="120" name="Google Shape;120;p2"/>
          <p:cNvSpPr txBox="1"/>
          <p:nvPr/>
        </p:nvSpPr>
        <p:spPr>
          <a:xfrm>
            <a:off x="1793777" y="3543595"/>
            <a:ext cx="762000" cy="71247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4200" u="none" cap="none" strike="noStrike">
                <a:solidFill>
                  <a:srgbClr val="E30613"/>
                </a:solidFill>
                <a:latin typeface="Antonio"/>
                <a:ea typeface="Antonio"/>
                <a:cs typeface="Antonio"/>
                <a:sym typeface="Antonio"/>
              </a:rPr>
              <a:t>02</a:t>
            </a:r>
            <a:endParaRPr/>
          </a:p>
        </p:txBody>
      </p:sp>
      <p:sp>
        <p:nvSpPr>
          <p:cNvPr id="121" name="Google Shape;121;p2"/>
          <p:cNvSpPr txBox="1"/>
          <p:nvPr/>
        </p:nvSpPr>
        <p:spPr>
          <a:xfrm>
            <a:off x="2651027" y="3600745"/>
            <a:ext cx="5715000" cy="53784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00" u="none" cap="none" strike="noStrike">
                <a:solidFill>
                  <a:srgbClr val="FFFFFF"/>
                </a:solidFill>
                <a:latin typeface="Arial"/>
                <a:ea typeface="Arial"/>
                <a:cs typeface="Arial"/>
                <a:sym typeface="Arial"/>
              </a:rPr>
              <a:t>Contexto</a:t>
            </a:r>
            <a:endParaRPr/>
          </a:p>
        </p:txBody>
      </p:sp>
      <p:cxnSp>
        <p:nvCxnSpPr>
          <p:cNvPr id="122" name="Google Shape;122;p2"/>
          <p:cNvCxnSpPr/>
          <p:nvPr/>
        </p:nvCxnSpPr>
        <p:spPr>
          <a:xfrm>
            <a:off x="1793777" y="4191295"/>
            <a:ext cx="6000750" cy="0"/>
          </a:xfrm>
          <a:prstGeom prst="straightConnector1">
            <a:avLst/>
          </a:prstGeom>
          <a:noFill/>
          <a:ln cap="flat" cmpd="sng" w="9525">
            <a:solidFill>
              <a:srgbClr val="333333"/>
            </a:solidFill>
            <a:prstDash val="solid"/>
            <a:round/>
            <a:headEnd len="sm" w="sm" type="none"/>
            <a:tailEnd len="sm" w="sm" type="none"/>
          </a:ln>
        </p:spPr>
      </p:cxnSp>
      <p:sp>
        <p:nvSpPr>
          <p:cNvPr id="123" name="Google Shape;123;p2"/>
          <p:cNvSpPr txBox="1"/>
          <p:nvPr/>
        </p:nvSpPr>
        <p:spPr>
          <a:xfrm>
            <a:off x="1793777" y="4496095"/>
            <a:ext cx="762000" cy="71247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4200" u="none" cap="none" strike="noStrike">
                <a:solidFill>
                  <a:srgbClr val="E30613"/>
                </a:solidFill>
                <a:latin typeface="Antonio"/>
                <a:ea typeface="Antonio"/>
                <a:cs typeface="Antonio"/>
                <a:sym typeface="Antonio"/>
              </a:rPr>
              <a:t>03</a:t>
            </a:r>
            <a:endParaRPr/>
          </a:p>
        </p:txBody>
      </p:sp>
      <p:sp>
        <p:nvSpPr>
          <p:cNvPr id="124" name="Google Shape;124;p2"/>
          <p:cNvSpPr txBox="1"/>
          <p:nvPr/>
        </p:nvSpPr>
        <p:spPr>
          <a:xfrm>
            <a:off x="2651027" y="4553245"/>
            <a:ext cx="5715000" cy="492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00" u="none" cap="none" strike="noStrike">
                <a:solidFill>
                  <a:srgbClr val="FFFFFF"/>
                </a:solidFill>
                <a:latin typeface="Arial"/>
                <a:ea typeface="Arial"/>
                <a:cs typeface="Arial"/>
                <a:sym typeface="Arial"/>
              </a:rPr>
              <a:t>Problema</a:t>
            </a:r>
            <a:endParaRPr/>
          </a:p>
        </p:txBody>
      </p:sp>
      <p:cxnSp>
        <p:nvCxnSpPr>
          <p:cNvPr id="125" name="Google Shape;125;p2"/>
          <p:cNvCxnSpPr/>
          <p:nvPr/>
        </p:nvCxnSpPr>
        <p:spPr>
          <a:xfrm>
            <a:off x="1793777" y="5143795"/>
            <a:ext cx="6000750" cy="0"/>
          </a:xfrm>
          <a:prstGeom prst="straightConnector1">
            <a:avLst/>
          </a:prstGeom>
          <a:noFill/>
          <a:ln cap="flat" cmpd="sng" w="9525">
            <a:solidFill>
              <a:srgbClr val="333333"/>
            </a:solidFill>
            <a:prstDash val="solid"/>
            <a:round/>
            <a:headEnd len="sm" w="sm" type="none"/>
            <a:tailEnd len="sm" w="sm" type="none"/>
          </a:ln>
        </p:spPr>
      </p:cxnSp>
      <p:sp>
        <p:nvSpPr>
          <p:cNvPr id="126" name="Google Shape;126;p2"/>
          <p:cNvSpPr txBox="1"/>
          <p:nvPr/>
        </p:nvSpPr>
        <p:spPr>
          <a:xfrm>
            <a:off x="1793777" y="5448595"/>
            <a:ext cx="762000" cy="71247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4200" u="none" cap="none" strike="noStrike">
                <a:solidFill>
                  <a:srgbClr val="E30613"/>
                </a:solidFill>
                <a:latin typeface="Antonio"/>
                <a:ea typeface="Antonio"/>
                <a:cs typeface="Antonio"/>
                <a:sym typeface="Antonio"/>
              </a:rPr>
              <a:t>04</a:t>
            </a:r>
            <a:endParaRPr/>
          </a:p>
        </p:txBody>
      </p:sp>
      <p:sp>
        <p:nvSpPr>
          <p:cNvPr id="127" name="Google Shape;127;p2"/>
          <p:cNvSpPr txBox="1"/>
          <p:nvPr/>
        </p:nvSpPr>
        <p:spPr>
          <a:xfrm>
            <a:off x="2651027" y="5505745"/>
            <a:ext cx="5715000" cy="492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00" u="none" cap="none" strike="noStrike">
                <a:solidFill>
                  <a:srgbClr val="FFFFFF"/>
                </a:solidFill>
                <a:latin typeface="Arial"/>
                <a:ea typeface="Arial"/>
                <a:cs typeface="Arial"/>
                <a:sym typeface="Arial"/>
              </a:rPr>
              <a:t>Solución</a:t>
            </a:r>
            <a:endParaRPr/>
          </a:p>
        </p:txBody>
      </p:sp>
      <p:cxnSp>
        <p:nvCxnSpPr>
          <p:cNvPr id="128" name="Google Shape;128;p2"/>
          <p:cNvCxnSpPr/>
          <p:nvPr/>
        </p:nvCxnSpPr>
        <p:spPr>
          <a:xfrm>
            <a:off x="1793777" y="6096295"/>
            <a:ext cx="6000750" cy="0"/>
          </a:xfrm>
          <a:prstGeom prst="straightConnector1">
            <a:avLst/>
          </a:prstGeom>
          <a:noFill/>
          <a:ln cap="flat" cmpd="sng" w="9525">
            <a:solidFill>
              <a:srgbClr val="333333"/>
            </a:solidFill>
            <a:prstDash val="solid"/>
            <a:round/>
            <a:headEnd len="sm" w="sm" type="none"/>
            <a:tailEnd len="sm" w="sm" type="none"/>
          </a:ln>
        </p:spPr>
      </p:cxnSp>
      <p:sp>
        <p:nvSpPr>
          <p:cNvPr id="129" name="Google Shape;129;p2"/>
          <p:cNvSpPr txBox="1"/>
          <p:nvPr/>
        </p:nvSpPr>
        <p:spPr>
          <a:xfrm>
            <a:off x="1793777" y="6401095"/>
            <a:ext cx="762000" cy="71247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4200" u="none" cap="none" strike="noStrike">
                <a:solidFill>
                  <a:srgbClr val="E30613"/>
                </a:solidFill>
                <a:latin typeface="Antonio"/>
                <a:ea typeface="Antonio"/>
                <a:cs typeface="Antonio"/>
                <a:sym typeface="Antonio"/>
              </a:rPr>
              <a:t>05</a:t>
            </a:r>
            <a:endParaRPr/>
          </a:p>
        </p:txBody>
      </p:sp>
      <p:sp>
        <p:nvSpPr>
          <p:cNvPr id="130" name="Google Shape;130;p2"/>
          <p:cNvSpPr txBox="1"/>
          <p:nvPr/>
        </p:nvSpPr>
        <p:spPr>
          <a:xfrm>
            <a:off x="2651027" y="6458245"/>
            <a:ext cx="5715000" cy="53784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00" u="none" cap="none" strike="noStrike">
                <a:solidFill>
                  <a:srgbClr val="FFFFFF"/>
                </a:solidFill>
                <a:latin typeface="Arial"/>
                <a:ea typeface="Arial"/>
                <a:cs typeface="Arial"/>
                <a:sym typeface="Arial"/>
              </a:rPr>
              <a:t>Metodología</a:t>
            </a:r>
            <a:endParaRPr/>
          </a:p>
        </p:txBody>
      </p:sp>
      <p:cxnSp>
        <p:nvCxnSpPr>
          <p:cNvPr id="131" name="Google Shape;131;p2"/>
          <p:cNvCxnSpPr/>
          <p:nvPr/>
        </p:nvCxnSpPr>
        <p:spPr>
          <a:xfrm>
            <a:off x="1793777" y="7048795"/>
            <a:ext cx="6000750" cy="0"/>
          </a:xfrm>
          <a:prstGeom prst="straightConnector1">
            <a:avLst/>
          </a:prstGeom>
          <a:noFill/>
          <a:ln cap="flat" cmpd="sng" w="9525">
            <a:solidFill>
              <a:srgbClr val="333333"/>
            </a:solidFill>
            <a:prstDash val="solid"/>
            <a:round/>
            <a:headEnd len="sm" w="sm" type="none"/>
            <a:tailEnd len="sm" w="sm" type="none"/>
          </a:ln>
        </p:spPr>
      </p:cxnSp>
      <p:sp>
        <p:nvSpPr>
          <p:cNvPr id="132" name="Google Shape;132;p2"/>
          <p:cNvSpPr txBox="1"/>
          <p:nvPr/>
        </p:nvSpPr>
        <p:spPr>
          <a:xfrm>
            <a:off x="1793777" y="7351690"/>
            <a:ext cx="762000" cy="71247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4200" u="none" cap="none" strike="noStrike">
                <a:solidFill>
                  <a:srgbClr val="E30613"/>
                </a:solidFill>
                <a:latin typeface="Antonio"/>
                <a:ea typeface="Antonio"/>
                <a:cs typeface="Antonio"/>
                <a:sym typeface="Antonio"/>
              </a:rPr>
              <a:t>06</a:t>
            </a:r>
            <a:endParaRPr/>
          </a:p>
        </p:txBody>
      </p:sp>
      <p:sp>
        <p:nvSpPr>
          <p:cNvPr id="133" name="Google Shape;133;p2"/>
          <p:cNvSpPr txBox="1"/>
          <p:nvPr/>
        </p:nvSpPr>
        <p:spPr>
          <a:xfrm>
            <a:off x="2651027" y="7408840"/>
            <a:ext cx="5715000" cy="53784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00" u="none" cap="none" strike="noStrike">
                <a:solidFill>
                  <a:srgbClr val="FFFFFF"/>
                </a:solidFill>
                <a:latin typeface="Arial"/>
                <a:ea typeface="Arial"/>
                <a:cs typeface="Arial"/>
                <a:sym typeface="Arial"/>
              </a:rPr>
              <a:t>Mapa Tecnológico</a:t>
            </a:r>
            <a:endParaRPr/>
          </a:p>
        </p:txBody>
      </p:sp>
      <p:cxnSp>
        <p:nvCxnSpPr>
          <p:cNvPr id="134" name="Google Shape;134;p2"/>
          <p:cNvCxnSpPr/>
          <p:nvPr/>
        </p:nvCxnSpPr>
        <p:spPr>
          <a:xfrm>
            <a:off x="1793777" y="7999390"/>
            <a:ext cx="6000750" cy="0"/>
          </a:xfrm>
          <a:prstGeom prst="straightConnector1">
            <a:avLst/>
          </a:prstGeom>
          <a:noFill/>
          <a:ln cap="flat" cmpd="sng" w="9525">
            <a:solidFill>
              <a:srgbClr val="333333"/>
            </a:solidFill>
            <a:prstDash val="solid"/>
            <a:round/>
            <a:headEnd len="sm" w="sm" type="none"/>
            <a:tailEnd len="sm" w="sm" type="none"/>
          </a:ln>
        </p:spPr>
      </p:cxnSp>
      <p:sp>
        <p:nvSpPr>
          <p:cNvPr id="135" name="Google Shape;135;p2"/>
          <p:cNvSpPr txBox="1"/>
          <p:nvPr/>
        </p:nvSpPr>
        <p:spPr>
          <a:xfrm>
            <a:off x="9921973" y="2629195"/>
            <a:ext cx="762000" cy="71247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4200" u="none" cap="none" strike="noStrike">
                <a:solidFill>
                  <a:srgbClr val="E30613"/>
                </a:solidFill>
                <a:latin typeface="Antonio"/>
                <a:ea typeface="Antonio"/>
                <a:cs typeface="Antonio"/>
                <a:sym typeface="Antonio"/>
              </a:rPr>
              <a:t>07</a:t>
            </a:r>
            <a:endParaRPr/>
          </a:p>
        </p:txBody>
      </p:sp>
      <p:sp>
        <p:nvSpPr>
          <p:cNvPr id="136" name="Google Shape;136;p2"/>
          <p:cNvSpPr txBox="1"/>
          <p:nvPr/>
        </p:nvSpPr>
        <p:spPr>
          <a:xfrm>
            <a:off x="10779223" y="2686345"/>
            <a:ext cx="5715000" cy="53784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00" u="none" cap="none" strike="noStrike">
                <a:solidFill>
                  <a:srgbClr val="FFFFFF"/>
                </a:solidFill>
                <a:latin typeface="Arial"/>
                <a:ea typeface="Arial"/>
                <a:cs typeface="Arial"/>
                <a:sym typeface="Arial"/>
              </a:rPr>
              <a:t>Arquitectura</a:t>
            </a:r>
            <a:endParaRPr/>
          </a:p>
        </p:txBody>
      </p:sp>
      <p:cxnSp>
        <p:nvCxnSpPr>
          <p:cNvPr id="137" name="Google Shape;137;p2"/>
          <p:cNvCxnSpPr/>
          <p:nvPr/>
        </p:nvCxnSpPr>
        <p:spPr>
          <a:xfrm>
            <a:off x="9921973" y="3276895"/>
            <a:ext cx="6000750" cy="0"/>
          </a:xfrm>
          <a:prstGeom prst="straightConnector1">
            <a:avLst/>
          </a:prstGeom>
          <a:noFill/>
          <a:ln cap="flat" cmpd="sng" w="9525">
            <a:solidFill>
              <a:srgbClr val="333333"/>
            </a:solidFill>
            <a:prstDash val="solid"/>
            <a:round/>
            <a:headEnd len="sm" w="sm" type="none"/>
            <a:tailEnd len="sm" w="sm" type="none"/>
          </a:ln>
        </p:spPr>
      </p:cxnSp>
      <p:sp>
        <p:nvSpPr>
          <p:cNvPr id="138" name="Google Shape;138;p2"/>
          <p:cNvSpPr txBox="1"/>
          <p:nvPr/>
        </p:nvSpPr>
        <p:spPr>
          <a:xfrm>
            <a:off x="9921973" y="3581695"/>
            <a:ext cx="762000" cy="712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4200" u="none" cap="none" strike="noStrike">
                <a:solidFill>
                  <a:srgbClr val="E30613"/>
                </a:solidFill>
                <a:latin typeface="Antonio"/>
                <a:ea typeface="Antonio"/>
                <a:cs typeface="Antonio"/>
                <a:sym typeface="Antonio"/>
              </a:rPr>
              <a:t>08</a:t>
            </a:r>
            <a:endParaRPr/>
          </a:p>
        </p:txBody>
      </p:sp>
      <p:sp>
        <p:nvSpPr>
          <p:cNvPr id="139" name="Google Shape;139;p2"/>
          <p:cNvSpPr txBox="1"/>
          <p:nvPr/>
        </p:nvSpPr>
        <p:spPr>
          <a:xfrm>
            <a:off x="10779223" y="3638845"/>
            <a:ext cx="5715000" cy="492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3200">
                <a:solidFill>
                  <a:srgbClr val="FFFFFF"/>
                </a:solidFill>
              </a:rPr>
              <a:t>Competencias</a:t>
            </a:r>
            <a:endParaRPr/>
          </a:p>
        </p:txBody>
      </p:sp>
      <p:cxnSp>
        <p:nvCxnSpPr>
          <p:cNvPr id="140" name="Google Shape;140;p2"/>
          <p:cNvCxnSpPr/>
          <p:nvPr/>
        </p:nvCxnSpPr>
        <p:spPr>
          <a:xfrm>
            <a:off x="9921973" y="4229395"/>
            <a:ext cx="6000900" cy="0"/>
          </a:xfrm>
          <a:prstGeom prst="straightConnector1">
            <a:avLst/>
          </a:prstGeom>
          <a:noFill/>
          <a:ln cap="flat" cmpd="sng" w="9525">
            <a:solidFill>
              <a:srgbClr val="333333"/>
            </a:solidFill>
            <a:prstDash val="solid"/>
            <a:round/>
            <a:headEnd len="sm" w="sm" type="none"/>
            <a:tailEnd len="sm" w="sm" type="none"/>
          </a:ln>
        </p:spPr>
      </p:cxnSp>
      <p:sp>
        <p:nvSpPr>
          <p:cNvPr id="141" name="Google Shape;141;p2"/>
          <p:cNvSpPr txBox="1"/>
          <p:nvPr/>
        </p:nvSpPr>
        <p:spPr>
          <a:xfrm>
            <a:off x="9921973" y="4534195"/>
            <a:ext cx="762000" cy="712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4200" u="none" cap="none" strike="noStrike">
                <a:solidFill>
                  <a:srgbClr val="E30613"/>
                </a:solidFill>
                <a:latin typeface="Antonio"/>
                <a:ea typeface="Antonio"/>
                <a:cs typeface="Antonio"/>
                <a:sym typeface="Antonio"/>
              </a:rPr>
              <a:t>09</a:t>
            </a:r>
            <a:endParaRPr/>
          </a:p>
        </p:txBody>
      </p:sp>
      <p:sp>
        <p:nvSpPr>
          <p:cNvPr id="142" name="Google Shape;142;p2"/>
          <p:cNvSpPr txBox="1"/>
          <p:nvPr/>
        </p:nvSpPr>
        <p:spPr>
          <a:xfrm>
            <a:off x="10779223" y="4591345"/>
            <a:ext cx="5715000" cy="492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3200">
                <a:solidFill>
                  <a:srgbClr val="FFFFFF"/>
                </a:solidFill>
              </a:rPr>
              <a:t>Riesgos</a:t>
            </a:r>
            <a:endParaRPr/>
          </a:p>
        </p:txBody>
      </p:sp>
      <p:cxnSp>
        <p:nvCxnSpPr>
          <p:cNvPr id="143" name="Google Shape;143;p2"/>
          <p:cNvCxnSpPr/>
          <p:nvPr/>
        </p:nvCxnSpPr>
        <p:spPr>
          <a:xfrm>
            <a:off x="9921973" y="5181895"/>
            <a:ext cx="6000900" cy="0"/>
          </a:xfrm>
          <a:prstGeom prst="straightConnector1">
            <a:avLst/>
          </a:prstGeom>
          <a:noFill/>
          <a:ln cap="flat" cmpd="sng" w="9525">
            <a:solidFill>
              <a:srgbClr val="333333"/>
            </a:solidFill>
            <a:prstDash val="solid"/>
            <a:round/>
            <a:headEnd len="sm" w="sm" type="none"/>
            <a:tailEnd len="sm" w="sm" type="none"/>
          </a:ln>
        </p:spPr>
      </p:cxnSp>
      <p:sp>
        <p:nvSpPr>
          <p:cNvPr id="144" name="Google Shape;144;p2"/>
          <p:cNvSpPr txBox="1"/>
          <p:nvPr/>
        </p:nvSpPr>
        <p:spPr>
          <a:xfrm>
            <a:off x="9921973" y="5486695"/>
            <a:ext cx="762000" cy="712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4200" u="none" cap="none" strike="noStrike">
                <a:solidFill>
                  <a:srgbClr val="E30613"/>
                </a:solidFill>
                <a:latin typeface="Antonio"/>
                <a:ea typeface="Antonio"/>
                <a:cs typeface="Antonio"/>
                <a:sym typeface="Antonio"/>
              </a:rPr>
              <a:t>10</a:t>
            </a:r>
            <a:endParaRPr/>
          </a:p>
        </p:txBody>
      </p:sp>
      <p:sp>
        <p:nvSpPr>
          <p:cNvPr id="145" name="Google Shape;145;p2"/>
          <p:cNvSpPr txBox="1"/>
          <p:nvPr/>
        </p:nvSpPr>
        <p:spPr>
          <a:xfrm>
            <a:off x="10779223" y="5543845"/>
            <a:ext cx="5715000" cy="492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3200">
                <a:solidFill>
                  <a:srgbClr val="FFFFFF"/>
                </a:solidFill>
              </a:rPr>
              <a:t>Seguridad</a:t>
            </a:r>
            <a:endParaRPr/>
          </a:p>
        </p:txBody>
      </p:sp>
      <p:cxnSp>
        <p:nvCxnSpPr>
          <p:cNvPr id="146" name="Google Shape;146;p2"/>
          <p:cNvCxnSpPr/>
          <p:nvPr/>
        </p:nvCxnSpPr>
        <p:spPr>
          <a:xfrm>
            <a:off x="9921973" y="6134395"/>
            <a:ext cx="6000900" cy="0"/>
          </a:xfrm>
          <a:prstGeom prst="straightConnector1">
            <a:avLst/>
          </a:prstGeom>
          <a:noFill/>
          <a:ln cap="flat" cmpd="sng" w="9525">
            <a:solidFill>
              <a:srgbClr val="333333"/>
            </a:solidFill>
            <a:prstDash val="solid"/>
            <a:round/>
            <a:headEnd len="sm" w="sm" type="none"/>
            <a:tailEnd len="sm" w="sm" type="none"/>
          </a:ln>
        </p:spPr>
      </p:cxnSp>
      <p:sp>
        <p:nvSpPr>
          <p:cNvPr id="147" name="Google Shape;147;p2"/>
          <p:cNvSpPr txBox="1"/>
          <p:nvPr/>
        </p:nvSpPr>
        <p:spPr>
          <a:xfrm>
            <a:off x="9921973" y="6439195"/>
            <a:ext cx="762000" cy="646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4200" u="none" cap="none" strike="noStrike">
                <a:solidFill>
                  <a:srgbClr val="E30613"/>
                </a:solidFill>
                <a:latin typeface="Antonio"/>
                <a:ea typeface="Antonio"/>
                <a:cs typeface="Antonio"/>
                <a:sym typeface="Antonio"/>
              </a:rPr>
              <a:t>11</a:t>
            </a:r>
            <a:endParaRPr/>
          </a:p>
        </p:txBody>
      </p:sp>
      <p:sp>
        <p:nvSpPr>
          <p:cNvPr id="148" name="Google Shape;148;p2"/>
          <p:cNvSpPr txBox="1"/>
          <p:nvPr/>
        </p:nvSpPr>
        <p:spPr>
          <a:xfrm>
            <a:off x="12858750" y="5133975"/>
            <a:ext cx="3810000" cy="3435349"/>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0" i="0" lang="en-US" sz="20000" u="none" cap="none" strike="noStrike">
                <a:solidFill>
                  <a:srgbClr val="520B07"/>
                </a:solidFill>
                <a:latin typeface="Antonio"/>
                <a:ea typeface="Antonio"/>
                <a:cs typeface="Antonio"/>
                <a:sym typeface="Antonio"/>
              </a:rPr>
              <a:t>00</a:t>
            </a:r>
            <a:endParaRPr/>
          </a:p>
        </p:txBody>
      </p:sp>
      <p:sp>
        <p:nvSpPr>
          <p:cNvPr id="149" name="Google Shape;149;p2"/>
          <p:cNvSpPr txBox="1"/>
          <p:nvPr/>
        </p:nvSpPr>
        <p:spPr>
          <a:xfrm>
            <a:off x="10779223" y="6496345"/>
            <a:ext cx="5715000" cy="492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3200">
                <a:solidFill>
                  <a:srgbClr val="FFFFFF"/>
                </a:solidFill>
              </a:rPr>
              <a:t>Modelo de negocio</a:t>
            </a:r>
            <a:endParaRPr/>
          </a:p>
        </p:txBody>
      </p:sp>
      <p:cxnSp>
        <p:nvCxnSpPr>
          <p:cNvPr id="150" name="Google Shape;150;p2"/>
          <p:cNvCxnSpPr/>
          <p:nvPr/>
        </p:nvCxnSpPr>
        <p:spPr>
          <a:xfrm>
            <a:off x="9921973" y="7086895"/>
            <a:ext cx="6000900" cy="0"/>
          </a:xfrm>
          <a:prstGeom prst="straightConnector1">
            <a:avLst/>
          </a:prstGeom>
          <a:noFill/>
          <a:ln cap="flat" cmpd="sng" w="9525">
            <a:solidFill>
              <a:srgbClr val="333333"/>
            </a:solidFill>
            <a:prstDash val="solid"/>
            <a:round/>
            <a:headEnd len="sm" w="sm" type="none"/>
            <a:tailEnd len="sm" w="sm" type="none"/>
          </a:ln>
        </p:spPr>
      </p:cxnSp>
      <p:pic>
        <p:nvPicPr>
          <p:cNvPr id="151" name="Google Shape;151;p2"/>
          <p:cNvPicPr preferRelativeResize="0"/>
          <p:nvPr/>
        </p:nvPicPr>
        <p:blipFill rotWithShape="1">
          <a:blip r:embed="rId3">
            <a:alphaModFix/>
          </a:blip>
          <a:srcRect b="0" l="0" r="0" t="0"/>
          <a:stretch/>
        </p:blipFill>
        <p:spPr>
          <a:xfrm>
            <a:off x="16001984" y="-868967"/>
            <a:ext cx="2286006" cy="2286006"/>
          </a:xfrm>
          <a:prstGeom prst="rect">
            <a:avLst/>
          </a:prstGeom>
          <a:noFill/>
          <a:ln>
            <a:noFill/>
          </a:ln>
        </p:spPr>
      </p:pic>
      <p:sp>
        <p:nvSpPr>
          <p:cNvPr id="152" name="Google Shape;152;p2"/>
          <p:cNvSpPr txBox="1"/>
          <p:nvPr/>
        </p:nvSpPr>
        <p:spPr>
          <a:xfrm>
            <a:off x="9921973" y="7390495"/>
            <a:ext cx="762000" cy="646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4200" u="none" cap="none" strike="noStrike">
                <a:solidFill>
                  <a:srgbClr val="E30613"/>
                </a:solidFill>
                <a:latin typeface="Antonio"/>
                <a:ea typeface="Antonio"/>
                <a:cs typeface="Antonio"/>
                <a:sym typeface="Antonio"/>
              </a:rPr>
              <a:t>1</a:t>
            </a:r>
            <a:r>
              <a:rPr b="1" lang="en-US" sz="4200">
                <a:solidFill>
                  <a:srgbClr val="E30613"/>
                </a:solidFill>
                <a:latin typeface="Antonio"/>
                <a:ea typeface="Antonio"/>
                <a:cs typeface="Antonio"/>
                <a:sym typeface="Antonio"/>
              </a:rPr>
              <a:t>2</a:t>
            </a:r>
            <a:endParaRPr/>
          </a:p>
        </p:txBody>
      </p:sp>
      <p:sp>
        <p:nvSpPr>
          <p:cNvPr id="153" name="Google Shape;153;p2"/>
          <p:cNvSpPr txBox="1"/>
          <p:nvPr/>
        </p:nvSpPr>
        <p:spPr>
          <a:xfrm>
            <a:off x="10779223" y="7447645"/>
            <a:ext cx="5715000" cy="492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3200">
                <a:solidFill>
                  <a:srgbClr val="FFFFFF"/>
                </a:solidFill>
              </a:rPr>
              <a:t>Mackup</a:t>
            </a:r>
            <a:endParaRPr/>
          </a:p>
        </p:txBody>
      </p:sp>
      <p:cxnSp>
        <p:nvCxnSpPr>
          <p:cNvPr id="154" name="Google Shape;154;p2"/>
          <p:cNvCxnSpPr/>
          <p:nvPr/>
        </p:nvCxnSpPr>
        <p:spPr>
          <a:xfrm>
            <a:off x="9921973" y="8038195"/>
            <a:ext cx="6000900" cy="0"/>
          </a:xfrm>
          <a:prstGeom prst="straightConnector1">
            <a:avLst/>
          </a:prstGeom>
          <a:noFill/>
          <a:ln cap="flat" cmpd="sng" w="9525">
            <a:solidFill>
              <a:srgbClr val="333333"/>
            </a:solidFill>
            <a:prstDash val="solid"/>
            <a:round/>
            <a:headEnd len="sm" w="sm" type="none"/>
            <a:tailEnd len="sm" w="sm" type="none"/>
          </a:ln>
        </p:spPr>
      </p:cxnSp>
      <p:sp>
        <p:nvSpPr>
          <p:cNvPr id="155" name="Google Shape;155;p2"/>
          <p:cNvSpPr txBox="1"/>
          <p:nvPr/>
        </p:nvSpPr>
        <p:spPr>
          <a:xfrm>
            <a:off x="9921973" y="8278195"/>
            <a:ext cx="762000" cy="646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4200" u="none" cap="none" strike="noStrike">
                <a:solidFill>
                  <a:srgbClr val="E30613"/>
                </a:solidFill>
                <a:latin typeface="Antonio"/>
                <a:ea typeface="Antonio"/>
                <a:cs typeface="Antonio"/>
                <a:sym typeface="Antonio"/>
              </a:rPr>
              <a:t>1</a:t>
            </a:r>
            <a:r>
              <a:rPr b="1" lang="en-US" sz="4200">
                <a:solidFill>
                  <a:srgbClr val="E30613"/>
                </a:solidFill>
                <a:latin typeface="Antonio"/>
                <a:ea typeface="Antonio"/>
                <a:cs typeface="Antonio"/>
                <a:sym typeface="Antonio"/>
              </a:rPr>
              <a:t>3</a:t>
            </a:r>
            <a:endParaRPr/>
          </a:p>
        </p:txBody>
      </p:sp>
      <p:sp>
        <p:nvSpPr>
          <p:cNvPr id="156" name="Google Shape;156;p2"/>
          <p:cNvSpPr txBox="1"/>
          <p:nvPr/>
        </p:nvSpPr>
        <p:spPr>
          <a:xfrm>
            <a:off x="10779223" y="8335345"/>
            <a:ext cx="5715000" cy="492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00" u="none" cap="none" strike="noStrike">
                <a:solidFill>
                  <a:srgbClr val="FFFFFF"/>
                </a:solidFill>
                <a:latin typeface="Arial"/>
                <a:ea typeface="Arial"/>
                <a:cs typeface="Arial"/>
                <a:sym typeface="Arial"/>
              </a:rPr>
              <a:t>Conclusión</a:t>
            </a:r>
            <a:endParaRPr/>
          </a:p>
        </p:txBody>
      </p:sp>
      <p:cxnSp>
        <p:nvCxnSpPr>
          <p:cNvPr id="157" name="Google Shape;157;p2"/>
          <p:cNvCxnSpPr/>
          <p:nvPr/>
        </p:nvCxnSpPr>
        <p:spPr>
          <a:xfrm>
            <a:off x="9921973" y="8925895"/>
            <a:ext cx="6000900" cy="0"/>
          </a:xfrm>
          <a:prstGeom prst="straightConnector1">
            <a:avLst/>
          </a:prstGeom>
          <a:noFill/>
          <a:ln cap="flat" cmpd="sng" w="9525">
            <a:solidFill>
              <a:srgbClr val="333333"/>
            </a:solidFill>
            <a:prstDash val="solid"/>
            <a:round/>
            <a:headEnd len="sm" w="sm" type="none"/>
            <a:tailEnd len="sm" w="sm"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161" name="Shape 161"/>
        <p:cNvGrpSpPr/>
        <p:nvPr/>
      </p:nvGrpSpPr>
      <p:grpSpPr>
        <a:xfrm>
          <a:off x="0" y="0"/>
          <a:ext cx="0" cy="0"/>
          <a:chOff x="0" y="0"/>
          <a:chExt cx="0" cy="0"/>
        </a:xfrm>
      </p:grpSpPr>
      <p:grpSp>
        <p:nvGrpSpPr>
          <p:cNvPr id="162" name="Google Shape;162;p3"/>
          <p:cNvGrpSpPr/>
          <p:nvPr/>
        </p:nvGrpSpPr>
        <p:grpSpPr>
          <a:xfrm>
            <a:off x="0" y="-28575"/>
            <a:ext cx="6858000" cy="10315575"/>
            <a:chOff x="0" y="-38100"/>
            <a:chExt cx="9144000" cy="13754100"/>
          </a:xfrm>
        </p:grpSpPr>
        <p:sp>
          <p:nvSpPr>
            <p:cNvPr id="163" name="Google Shape;163;p3"/>
            <p:cNvSpPr/>
            <p:nvPr/>
          </p:nvSpPr>
          <p:spPr>
            <a:xfrm>
              <a:off x="0" y="0"/>
              <a:ext cx="9144000" cy="13716000"/>
            </a:xfrm>
            <a:custGeom>
              <a:rect b="b" l="l" r="r" t="t"/>
              <a:pathLst>
                <a:path extrusionOk="0" h="13716000" w="9144000">
                  <a:moveTo>
                    <a:pt x="0" y="0"/>
                  </a:moveTo>
                  <a:lnTo>
                    <a:pt x="9144000" y="0"/>
                  </a:lnTo>
                  <a:lnTo>
                    <a:pt x="9144000" y="13716000"/>
                  </a:lnTo>
                  <a:lnTo>
                    <a:pt x="0" y="13716000"/>
                  </a:lnTo>
                  <a:close/>
                </a:path>
              </a:pathLst>
            </a:custGeom>
            <a:solidFill>
              <a:srgbClr val="E30613"/>
            </a:solidFill>
            <a:ln>
              <a:noFill/>
            </a:ln>
          </p:spPr>
        </p:sp>
        <p:sp>
          <p:nvSpPr>
            <p:cNvPr id="164" name="Google Shape;164;p3"/>
            <p:cNvSpPr txBox="1"/>
            <p:nvPr/>
          </p:nvSpPr>
          <p:spPr>
            <a:xfrm>
              <a:off x="0" y="-38100"/>
              <a:ext cx="9144000" cy="137541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5" name="Google Shape;165;p3"/>
          <p:cNvSpPr txBox="1"/>
          <p:nvPr/>
        </p:nvSpPr>
        <p:spPr>
          <a:xfrm>
            <a:off x="190500" y="279007"/>
            <a:ext cx="1143000" cy="3962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FFFFFF"/>
                </a:solidFill>
                <a:latin typeface="Antonio"/>
                <a:ea typeface="Antonio"/>
                <a:cs typeface="Antonio"/>
                <a:sym typeface="Antonio"/>
              </a:rPr>
              <a:t>01</a:t>
            </a:r>
            <a:endParaRPr/>
          </a:p>
        </p:txBody>
      </p:sp>
      <p:sp>
        <p:nvSpPr>
          <p:cNvPr id="166" name="Google Shape;166;p3"/>
          <p:cNvSpPr txBox="1"/>
          <p:nvPr/>
        </p:nvSpPr>
        <p:spPr>
          <a:xfrm>
            <a:off x="285750" y="4545806"/>
            <a:ext cx="6286500" cy="129159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9600" u="none" cap="none" strike="noStrike">
                <a:solidFill>
                  <a:srgbClr val="FFFFFF"/>
                </a:solidFill>
                <a:latin typeface="Antonio"/>
                <a:ea typeface="Antonio"/>
                <a:cs typeface="Antonio"/>
                <a:sym typeface="Antonio"/>
              </a:rPr>
              <a:t>INTRODUCCIÓN</a:t>
            </a:r>
            <a:endParaRPr/>
          </a:p>
        </p:txBody>
      </p:sp>
      <p:cxnSp>
        <p:nvCxnSpPr>
          <p:cNvPr id="167" name="Google Shape;167;p3"/>
          <p:cNvCxnSpPr/>
          <p:nvPr/>
        </p:nvCxnSpPr>
        <p:spPr>
          <a:xfrm>
            <a:off x="762000" y="5898356"/>
            <a:ext cx="2095500" cy="0"/>
          </a:xfrm>
          <a:prstGeom prst="straightConnector1">
            <a:avLst/>
          </a:prstGeom>
          <a:noFill/>
          <a:ln cap="flat" cmpd="sng" w="28575">
            <a:solidFill>
              <a:srgbClr val="FFFFFF">
                <a:alpha val="49804"/>
              </a:srgbClr>
            </a:solidFill>
            <a:prstDash val="solid"/>
            <a:round/>
            <a:headEnd len="sm" w="sm" type="none"/>
            <a:tailEnd len="sm" w="sm" type="none"/>
          </a:ln>
        </p:spPr>
      </p:cxnSp>
      <p:sp>
        <p:nvSpPr>
          <p:cNvPr id="168" name="Google Shape;168;p3"/>
          <p:cNvSpPr txBox="1"/>
          <p:nvPr/>
        </p:nvSpPr>
        <p:spPr>
          <a:xfrm>
            <a:off x="7620000" y="2771775"/>
            <a:ext cx="9525000" cy="215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a:solidFill>
                <a:schemeClr val="dk1"/>
              </a:solidFill>
            </a:endParaRPr>
          </a:p>
        </p:txBody>
      </p:sp>
      <p:pic>
        <p:nvPicPr>
          <p:cNvPr id="169" name="Google Shape;169;p3"/>
          <p:cNvPicPr preferRelativeResize="0"/>
          <p:nvPr/>
        </p:nvPicPr>
        <p:blipFill rotWithShape="1">
          <a:blip r:embed="rId3">
            <a:alphaModFix/>
          </a:blip>
          <a:srcRect b="0" l="0" r="0" t="0"/>
          <a:stretch/>
        </p:blipFill>
        <p:spPr>
          <a:xfrm>
            <a:off x="16001984" y="-868967"/>
            <a:ext cx="2286006" cy="2286006"/>
          </a:xfrm>
          <a:prstGeom prst="rect">
            <a:avLst/>
          </a:prstGeom>
          <a:noFill/>
          <a:ln>
            <a:noFill/>
          </a:ln>
        </p:spPr>
      </p:pic>
      <p:sp>
        <p:nvSpPr>
          <p:cNvPr id="170" name="Google Shape;170;p3"/>
          <p:cNvSpPr txBox="1"/>
          <p:nvPr/>
        </p:nvSpPr>
        <p:spPr>
          <a:xfrm>
            <a:off x="8590250" y="3151675"/>
            <a:ext cx="8811600" cy="4549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3200">
                <a:solidFill>
                  <a:schemeClr val="lt1"/>
                </a:solidFill>
              </a:rPr>
              <a:t>El presente trabajo corresponde al desarrollo de "Mini-Trabajo", una aplicación orientada a la realización de trabajos del día a día, que permite a los usuarios generar ingresos diarios mediante la ejecución de tareas o trabajos puntuales. En esta presentación se abordará el desarrollo de la base del proyecto, cómo se estructura, y cuáles son los objetivos que se buscan abordar </a:t>
            </a:r>
            <a:endParaRPr sz="32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174" name="Shape 174"/>
        <p:cNvGrpSpPr/>
        <p:nvPr/>
      </p:nvGrpSpPr>
      <p:grpSpPr>
        <a:xfrm>
          <a:off x="0" y="0"/>
          <a:ext cx="0" cy="0"/>
          <a:chOff x="0" y="0"/>
          <a:chExt cx="0" cy="0"/>
        </a:xfrm>
      </p:grpSpPr>
      <p:grpSp>
        <p:nvGrpSpPr>
          <p:cNvPr id="175" name="Google Shape;175;p4"/>
          <p:cNvGrpSpPr/>
          <p:nvPr/>
        </p:nvGrpSpPr>
        <p:grpSpPr>
          <a:xfrm>
            <a:off x="0" y="-28575"/>
            <a:ext cx="18288000" cy="85725"/>
            <a:chOff x="0" y="-38100"/>
            <a:chExt cx="24384000" cy="114300"/>
          </a:xfrm>
        </p:grpSpPr>
        <p:sp>
          <p:nvSpPr>
            <p:cNvPr id="176" name="Google Shape;176;p4"/>
            <p:cNvSpPr/>
            <p:nvPr/>
          </p:nvSpPr>
          <p:spPr>
            <a:xfrm>
              <a:off x="0" y="0"/>
              <a:ext cx="24384000" cy="76200"/>
            </a:xfrm>
            <a:custGeom>
              <a:rect b="b" l="l" r="r" t="t"/>
              <a:pathLst>
                <a:path extrusionOk="0" h="76200" w="24384000">
                  <a:moveTo>
                    <a:pt x="0" y="0"/>
                  </a:moveTo>
                  <a:lnTo>
                    <a:pt x="24384000" y="0"/>
                  </a:lnTo>
                  <a:lnTo>
                    <a:pt x="24384000" y="76200"/>
                  </a:lnTo>
                  <a:lnTo>
                    <a:pt x="0" y="76200"/>
                  </a:lnTo>
                  <a:close/>
                </a:path>
              </a:pathLst>
            </a:custGeom>
            <a:solidFill>
              <a:srgbClr val="E30613"/>
            </a:solidFill>
            <a:ln>
              <a:noFill/>
            </a:ln>
          </p:spPr>
        </p:sp>
        <p:sp>
          <p:nvSpPr>
            <p:cNvPr id="177" name="Google Shape;177;p4"/>
            <p:cNvSpPr txBox="1"/>
            <p:nvPr/>
          </p:nvSpPr>
          <p:spPr>
            <a:xfrm>
              <a:off x="0" y="-38100"/>
              <a:ext cx="24384000" cy="1143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8" name="Google Shape;178;p4"/>
          <p:cNvSpPr txBox="1"/>
          <p:nvPr/>
        </p:nvSpPr>
        <p:spPr>
          <a:xfrm>
            <a:off x="0" y="295201"/>
            <a:ext cx="1143000" cy="39624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b="0" i="0" lang="en-US" sz="2400" u="none" cap="none" strike="noStrike">
                <a:solidFill>
                  <a:srgbClr val="E30613"/>
                </a:solidFill>
                <a:latin typeface="Antonio"/>
                <a:ea typeface="Antonio"/>
                <a:cs typeface="Antonio"/>
                <a:sym typeface="Antonio"/>
              </a:rPr>
              <a:t>02</a:t>
            </a:r>
            <a:endParaRPr/>
          </a:p>
        </p:txBody>
      </p:sp>
      <p:sp>
        <p:nvSpPr>
          <p:cNvPr id="179" name="Google Shape;179;p4"/>
          <p:cNvSpPr txBox="1"/>
          <p:nvPr/>
        </p:nvSpPr>
        <p:spPr>
          <a:xfrm>
            <a:off x="6947850" y="836775"/>
            <a:ext cx="4392300" cy="1231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8000" u="none" cap="none" strike="noStrike">
                <a:solidFill>
                  <a:srgbClr val="FFFFFF"/>
                </a:solidFill>
                <a:latin typeface="Antonio"/>
                <a:ea typeface="Antonio"/>
                <a:cs typeface="Antonio"/>
                <a:sym typeface="Antonio"/>
              </a:rPr>
              <a:t>CONTEXTO</a:t>
            </a:r>
            <a:endParaRPr/>
          </a:p>
        </p:txBody>
      </p:sp>
      <p:grpSp>
        <p:nvGrpSpPr>
          <p:cNvPr id="180" name="Google Shape;180;p4"/>
          <p:cNvGrpSpPr/>
          <p:nvPr/>
        </p:nvGrpSpPr>
        <p:grpSpPr>
          <a:xfrm>
            <a:off x="4211425" y="2068271"/>
            <a:ext cx="9865157" cy="7041954"/>
            <a:chOff x="0" y="-38100"/>
            <a:chExt cx="6096000" cy="6642100"/>
          </a:xfrm>
        </p:grpSpPr>
        <p:sp>
          <p:nvSpPr>
            <p:cNvPr id="181" name="Google Shape;181;p4"/>
            <p:cNvSpPr/>
            <p:nvPr/>
          </p:nvSpPr>
          <p:spPr>
            <a:xfrm>
              <a:off x="0" y="0"/>
              <a:ext cx="6096000" cy="6604000"/>
            </a:xfrm>
            <a:custGeom>
              <a:rect b="b" l="l" r="r" t="t"/>
              <a:pathLst>
                <a:path extrusionOk="0" h="6604000" w="6096000">
                  <a:moveTo>
                    <a:pt x="609600" y="0"/>
                  </a:moveTo>
                  <a:lnTo>
                    <a:pt x="5486400" y="0"/>
                  </a:lnTo>
                  <a:cubicBezTo>
                    <a:pt x="5823073" y="0"/>
                    <a:pt x="6096000" y="272927"/>
                    <a:pt x="6096000" y="609600"/>
                  </a:cubicBezTo>
                  <a:lnTo>
                    <a:pt x="6096000" y="5994400"/>
                  </a:lnTo>
                  <a:cubicBezTo>
                    <a:pt x="6096000" y="6331073"/>
                    <a:pt x="5823073" y="6604000"/>
                    <a:pt x="5486400" y="6604000"/>
                  </a:cubicBezTo>
                  <a:lnTo>
                    <a:pt x="609600" y="6604000"/>
                  </a:lnTo>
                  <a:cubicBezTo>
                    <a:pt x="272927" y="6604000"/>
                    <a:pt x="0" y="6331073"/>
                    <a:pt x="0" y="5994400"/>
                  </a:cubicBezTo>
                  <a:lnTo>
                    <a:pt x="0" y="609600"/>
                  </a:lnTo>
                  <a:cubicBezTo>
                    <a:pt x="0" y="272927"/>
                    <a:pt x="272927" y="0"/>
                    <a:pt x="609600" y="0"/>
                  </a:cubicBezTo>
                  <a:close/>
                </a:path>
              </a:pathLst>
            </a:custGeom>
            <a:solidFill>
              <a:srgbClr val="333333"/>
            </a:solidFill>
            <a:ln>
              <a:noFill/>
            </a:ln>
          </p:spPr>
          <p:txBody>
            <a:bodyPr anchorCtr="0" anchor="ctr" bIns="129225" lIns="129225" spcFirstLastPara="1" rIns="129225" wrap="square" tIns="129225">
              <a:noAutofit/>
            </a:bodyPr>
            <a:lstStyle/>
            <a:p>
              <a:pPr indent="0" lvl="0" marL="0" rtl="0" algn="l">
                <a:spcBef>
                  <a:spcPts val="0"/>
                </a:spcBef>
                <a:spcAft>
                  <a:spcPts val="0"/>
                </a:spcAft>
                <a:buNone/>
              </a:pPr>
              <a:r>
                <a:t/>
              </a:r>
              <a:endParaRPr/>
            </a:p>
          </p:txBody>
        </p:sp>
        <p:sp>
          <p:nvSpPr>
            <p:cNvPr id="182" name="Google Shape;182;p4"/>
            <p:cNvSpPr txBox="1"/>
            <p:nvPr/>
          </p:nvSpPr>
          <p:spPr>
            <a:xfrm>
              <a:off x="0" y="-38100"/>
              <a:ext cx="6096000" cy="6642100"/>
            </a:xfrm>
            <a:prstGeom prst="rect">
              <a:avLst/>
            </a:prstGeom>
            <a:noFill/>
            <a:ln>
              <a:noFill/>
            </a:ln>
          </p:spPr>
          <p:txBody>
            <a:bodyPr anchorCtr="0" anchor="ctr" bIns="71800" lIns="71800" spcFirstLastPara="1" rIns="71800" wrap="square" tIns="71800">
              <a:noAutofit/>
            </a:bodyPr>
            <a:lstStyle/>
            <a:p>
              <a:pPr indent="0" lvl="0" marL="0" marR="0" rtl="0" algn="l">
                <a:lnSpc>
                  <a:spcPct val="93277"/>
                </a:lnSpc>
                <a:spcBef>
                  <a:spcPts val="0"/>
                </a:spcBef>
                <a:spcAft>
                  <a:spcPts val="0"/>
                </a:spcAft>
                <a:buNone/>
              </a:pPr>
              <a:r>
                <a:t/>
              </a:r>
              <a:endParaRPr b="0" i="0" sz="2544" u="none" cap="none" strike="noStrike">
                <a:solidFill>
                  <a:schemeClr val="dk1"/>
                </a:solidFill>
                <a:latin typeface="Calibri"/>
                <a:ea typeface="Calibri"/>
                <a:cs typeface="Calibri"/>
                <a:sym typeface="Calibri"/>
              </a:endParaRPr>
            </a:p>
          </p:txBody>
        </p:sp>
      </p:grpSp>
      <p:grpSp>
        <p:nvGrpSpPr>
          <p:cNvPr id="183" name="Google Shape;183;p4"/>
          <p:cNvGrpSpPr/>
          <p:nvPr/>
        </p:nvGrpSpPr>
        <p:grpSpPr>
          <a:xfrm>
            <a:off x="5654650" y="2216409"/>
            <a:ext cx="6978701" cy="85725"/>
            <a:chOff x="0" y="-38100"/>
            <a:chExt cx="6096000" cy="114300"/>
          </a:xfrm>
        </p:grpSpPr>
        <p:sp>
          <p:nvSpPr>
            <p:cNvPr id="184" name="Google Shape;184;p4"/>
            <p:cNvSpPr/>
            <p:nvPr/>
          </p:nvSpPr>
          <p:spPr>
            <a:xfrm>
              <a:off x="0" y="0"/>
              <a:ext cx="6096000" cy="76200"/>
            </a:xfrm>
            <a:custGeom>
              <a:rect b="b" l="l" r="r" t="t"/>
              <a:pathLst>
                <a:path extrusionOk="0" h="76200" w="6096000">
                  <a:moveTo>
                    <a:pt x="0" y="0"/>
                  </a:moveTo>
                  <a:lnTo>
                    <a:pt x="6096000" y="0"/>
                  </a:lnTo>
                  <a:lnTo>
                    <a:pt x="6096000" y="76200"/>
                  </a:lnTo>
                  <a:lnTo>
                    <a:pt x="0" y="76200"/>
                  </a:lnTo>
                  <a:close/>
                </a:path>
              </a:pathLst>
            </a:custGeom>
            <a:solidFill>
              <a:srgbClr val="E30613"/>
            </a:solidFill>
            <a:ln>
              <a:noFill/>
            </a:ln>
          </p:spPr>
        </p:sp>
        <p:sp>
          <p:nvSpPr>
            <p:cNvPr id="185" name="Google Shape;185;p4"/>
            <p:cNvSpPr txBox="1"/>
            <p:nvPr/>
          </p:nvSpPr>
          <p:spPr>
            <a:xfrm>
              <a:off x="0" y="-38100"/>
              <a:ext cx="6096000" cy="1143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6" name="Google Shape;186;p4"/>
          <p:cNvSpPr txBox="1"/>
          <p:nvPr/>
        </p:nvSpPr>
        <p:spPr>
          <a:xfrm>
            <a:off x="4946400" y="3580600"/>
            <a:ext cx="8395200" cy="4017300"/>
          </a:xfrm>
          <a:prstGeom prst="rect">
            <a:avLst/>
          </a:prstGeom>
          <a:noFill/>
          <a:ln>
            <a:noFill/>
          </a:ln>
        </p:spPr>
        <p:txBody>
          <a:bodyPr anchorCtr="0" anchor="t" bIns="0" lIns="0" spcFirstLastPara="1" rIns="0" wrap="square" tIns="0">
            <a:spAutoFit/>
          </a:bodyPr>
          <a:lstStyle/>
          <a:p>
            <a:pPr indent="0" lvl="0" marL="0" rtl="0" algn="just">
              <a:spcBef>
                <a:spcPts val="0"/>
              </a:spcBef>
              <a:spcAft>
                <a:spcPts val="0"/>
              </a:spcAft>
              <a:buClr>
                <a:schemeClr val="dk1"/>
              </a:buClr>
              <a:buSzPts val="1100"/>
              <a:buFont typeface="Arial"/>
              <a:buNone/>
            </a:pPr>
            <a:r>
              <a:rPr lang="en-US" sz="2900">
                <a:solidFill>
                  <a:schemeClr val="lt1"/>
                </a:solidFill>
              </a:rPr>
              <a:t>En Chile, principalmente en contextos urbanos, existe una necesidad recurrente de coordinar tareas o trabajos ocasionales (</a:t>
            </a:r>
            <a:r>
              <a:rPr lang="en-US" sz="2900">
                <a:solidFill>
                  <a:schemeClr val="lt1"/>
                </a:solidFill>
              </a:rPr>
              <a:t>mini trabajos</a:t>
            </a:r>
            <a:r>
              <a:rPr lang="en-US" sz="2900">
                <a:solidFill>
                  <a:schemeClr val="lt1"/>
                </a:solidFill>
              </a:rPr>
              <a:t>) entre personas que requieren ayuda puntual y personas dispuestas a realizarlas a cambio de un pago. Hoy esta coordinación se resuelve de forma dispersa e informal, lo que dificulta encontrar a alguien disponible, confiable y cercano en el momento en que se necesita</a:t>
            </a:r>
            <a:endParaRPr sz="3600">
              <a:solidFill>
                <a:schemeClr val="lt1"/>
              </a:solidFill>
            </a:endParaRPr>
          </a:p>
        </p:txBody>
      </p:sp>
      <p:grpSp>
        <p:nvGrpSpPr>
          <p:cNvPr id="187" name="Google Shape;187;p4"/>
          <p:cNvGrpSpPr/>
          <p:nvPr/>
        </p:nvGrpSpPr>
        <p:grpSpPr>
          <a:xfrm>
            <a:off x="0" y="10201275"/>
            <a:ext cx="18288000" cy="85725"/>
            <a:chOff x="0" y="-38100"/>
            <a:chExt cx="24384000" cy="114300"/>
          </a:xfrm>
        </p:grpSpPr>
        <p:sp>
          <p:nvSpPr>
            <p:cNvPr id="188" name="Google Shape;188;p4"/>
            <p:cNvSpPr/>
            <p:nvPr/>
          </p:nvSpPr>
          <p:spPr>
            <a:xfrm>
              <a:off x="0" y="0"/>
              <a:ext cx="24384000" cy="76200"/>
            </a:xfrm>
            <a:custGeom>
              <a:rect b="b" l="l" r="r" t="t"/>
              <a:pathLst>
                <a:path extrusionOk="0" h="76200" w="24384000">
                  <a:moveTo>
                    <a:pt x="0" y="0"/>
                  </a:moveTo>
                  <a:lnTo>
                    <a:pt x="24384000" y="0"/>
                  </a:lnTo>
                  <a:lnTo>
                    <a:pt x="24384000" y="76200"/>
                  </a:lnTo>
                  <a:lnTo>
                    <a:pt x="0" y="76200"/>
                  </a:lnTo>
                  <a:close/>
                </a:path>
              </a:pathLst>
            </a:custGeom>
            <a:solidFill>
              <a:srgbClr val="E30613"/>
            </a:solidFill>
            <a:ln>
              <a:noFill/>
            </a:ln>
          </p:spPr>
        </p:sp>
        <p:sp>
          <p:nvSpPr>
            <p:cNvPr id="189" name="Google Shape;189;p4"/>
            <p:cNvSpPr txBox="1"/>
            <p:nvPr/>
          </p:nvSpPr>
          <p:spPr>
            <a:xfrm>
              <a:off x="0" y="-38100"/>
              <a:ext cx="24384000" cy="1143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190" name="Google Shape;190;p4"/>
          <p:cNvPicPr preferRelativeResize="0"/>
          <p:nvPr/>
        </p:nvPicPr>
        <p:blipFill rotWithShape="1">
          <a:blip r:embed="rId3">
            <a:alphaModFix/>
          </a:blip>
          <a:srcRect b="0" l="0" r="0" t="0"/>
          <a:stretch/>
        </p:blipFill>
        <p:spPr>
          <a:xfrm>
            <a:off x="16001984" y="-868967"/>
            <a:ext cx="2286006" cy="228600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4" name="Shape 194"/>
        <p:cNvGrpSpPr/>
        <p:nvPr/>
      </p:nvGrpSpPr>
      <p:grpSpPr>
        <a:xfrm>
          <a:off x="0" y="0"/>
          <a:ext cx="0" cy="0"/>
          <a:chOff x="0" y="0"/>
          <a:chExt cx="0" cy="0"/>
        </a:xfrm>
      </p:grpSpPr>
      <p:grpSp>
        <p:nvGrpSpPr>
          <p:cNvPr id="195" name="Google Shape;195;p5"/>
          <p:cNvGrpSpPr/>
          <p:nvPr/>
        </p:nvGrpSpPr>
        <p:grpSpPr>
          <a:xfrm>
            <a:off x="0" y="-28575"/>
            <a:ext cx="114300" cy="10315575"/>
            <a:chOff x="0" y="-38100"/>
            <a:chExt cx="152400" cy="13754100"/>
          </a:xfrm>
        </p:grpSpPr>
        <p:sp>
          <p:nvSpPr>
            <p:cNvPr id="196" name="Google Shape;196;p5"/>
            <p:cNvSpPr/>
            <p:nvPr/>
          </p:nvSpPr>
          <p:spPr>
            <a:xfrm>
              <a:off x="0" y="0"/>
              <a:ext cx="152400" cy="13716000"/>
            </a:xfrm>
            <a:custGeom>
              <a:rect b="b" l="l" r="r" t="t"/>
              <a:pathLst>
                <a:path extrusionOk="0" h="13716000" w="152400">
                  <a:moveTo>
                    <a:pt x="0" y="0"/>
                  </a:moveTo>
                  <a:lnTo>
                    <a:pt x="152400" y="0"/>
                  </a:lnTo>
                  <a:lnTo>
                    <a:pt x="152400" y="13716000"/>
                  </a:lnTo>
                  <a:lnTo>
                    <a:pt x="0" y="13716000"/>
                  </a:lnTo>
                  <a:close/>
                </a:path>
              </a:pathLst>
            </a:custGeom>
            <a:solidFill>
              <a:srgbClr val="E30613"/>
            </a:solidFill>
            <a:ln>
              <a:noFill/>
            </a:ln>
          </p:spPr>
        </p:sp>
        <p:sp>
          <p:nvSpPr>
            <p:cNvPr id="197" name="Google Shape;197;p5"/>
            <p:cNvSpPr txBox="1"/>
            <p:nvPr/>
          </p:nvSpPr>
          <p:spPr>
            <a:xfrm>
              <a:off x="0" y="-38100"/>
              <a:ext cx="152400" cy="137541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8" name="Google Shape;198;p5"/>
          <p:cNvSpPr txBox="1"/>
          <p:nvPr/>
        </p:nvSpPr>
        <p:spPr>
          <a:xfrm>
            <a:off x="571500" y="342900"/>
            <a:ext cx="1143000" cy="3962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E30613"/>
                </a:solidFill>
                <a:latin typeface="Antonio"/>
                <a:ea typeface="Antonio"/>
                <a:cs typeface="Antonio"/>
                <a:sym typeface="Antonio"/>
              </a:rPr>
              <a:t>03</a:t>
            </a:r>
            <a:endParaRPr/>
          </a:p>
        </p:txBody>
      </p:sp>
      <p:sp>
        <p:nvSpPr>
          <p:cNvPr id="199" name="Google Shape;199;p5"/>
          <p:cNvSpPr txBox="1"/>
          <p:nvPr/>
        </p:nvSpPr>
        <p:spPr>
          <a:xfrm>
            <a:off x="7462350" y="1060150"/>
            <a:ext cx="3363300" cy="110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7200" u="none" cap="none" strike="noStrike">
                <a:solidFill>
                  <a:schemeClr val="lt1"/>
                </a:solidFill>
                <a:latin typeface="Antonio"/>
                <a:ea typeface="Antonio"/>
                <a:cs typeface="Antonio"/>
                <a:sym typeface="Antonio"/>
              </a:rPr>
              <a:t>PROBLEMA</a:t>
            </a:r>
            <a:endParaRPr>
              <a:solidFill>
                <a:schemeClr val="lt1"/>
              </a:solidFill>
            </a:endParaRPr>
          </a:p>
        </p:txBody>
      </p:sp>
      <p:pic>
        <p:nvPicPr>
          <p:cNvPr id="200" name="Google Shape;200;p5"/>
          <p:cNvPicPr preferRelativeResize="0"/>
          <p:nvPr/>
        </p:nvPicPr>
        <p:blipFill rotWithShape="1">
          <a:blip r:embed="rId3">
            <a:alphaModFix/>
          </a:blip>
          <a:srcRect b="0" l="0" r="0" t="0"/>
          <a:stretch/>
        </p:blipFill>
        <p:spPr>
          <a:xfrm>
            <a:off x="16001984" y="-868967"/>
            <a:ext cx="2286006" cy="2286006"/>
          </a:xfrm>
          <a:prstGeom prst="rect">
            <a:avLst/>
          </a:prstGeom>
          <a:noFill/>
          <a:ln>
            <a:noFill/>
          </a:ln>
        </p:spPr>
      </p:pic>
      <p:sp>
        <p:nvSpPr>
          <p:cNvPr id="201" name="Google Shape;201;p5"/>
          <p:cNvSpPr txBox="1"/>
          <p:nvPr/>
        </p:nvSpPr>
        <p:spPr>
          <a:xfrm>
            <a:off x="1438950" y="2495925"/>
            <a:ext cx="15410100" cy="5532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n-US" sz="3400">
                <a:solidFill>
                  <a:schemeClr val="lt1"/>
                </a:solidFill>
              </a:rPr>
              <a:t>Actualmente, quienes necesitan realizar o encontrar un mini-trabajo dependen de contactos personales, grupos de redes sociales o avisos informales. No existe un canal centralizado que permita publicar y encontrar estas tareas según ubicación, ni una forma de verificar la confiabilidad de la otra persona antes de coordinar. La comunicación y el seguimiento del trabajo se realizan por fuera de cualquier sistema, sin registro del estado de la tarea ni mecanismo de calificación posterior.</a:t>
            </a:r>
            <a:endParaRPr sz="3300">
              <a:solidFill>
                <a:schemeClr val="lt1"/>
              </a:solidFill>
            </a:endParaRPr>
          </a:p>
          <a:p>
            <a:pPr indent="0" lvl="0" marL="0" rtl="0" algn="just">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5" name="Shape 205"/>
        <p:cNvGrpSpPr/>
        <p:nvPr/>
      </p:nvGrpSpPr>
      <p:grpSpPr>
        <a:xfrm>
          <a:off x="0" y="0"/>
          <a:ext cx="0" cy="0"/>
          <a:chOff x="0" y="0"/>
          <a:chExt cx="0" cy="0"/>
        </a:xfrm>
      </p:grpSpPr>
      <p:sp>
        <p:nvSpPr>
          <p:cNvPr id="206" name="Google Shape;206;p6"/>
          <p:cNvSpPr txBox="1"/>
          <p:nvPr/>
        </p:nvSpPr>
        <p:spPr>
          <a:xfrm>
            <a:off x="0" y="269558"/>
            <a:ext cx="1143000" cy="39624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b="0" i="0" lang="en-US" sz="2400" u="none" cap="none" strike="noStrike">
                <a:solidFill>
                  <a:srgbClr val="FFFFFF"/>
                </a:solidFill>
                <a:latin typeface="Antonio"/>
                <a:ea typeface="Antonio"/>
                <a:cs typeface="Antonio"/>
                <a:sym typeface="Antonio"/>
              </a:rPr>
              <a:t>04</a:t>
            </a:r>
            <a:endParaRPr/>
          </a:p>
        </p:txBody>
      </p:sp>
      <p:sp>
        <p:nvSpPr>
          <p:cNvPr id="207" name="Google Shape;207;p6"/>
          <p:cNvSpPr txBox="1"/>
          <p:nvPr/>
        </p:nvSpPr>
        <p:spPr>
          <a:xfrm>
            <a:off x="3243942" y="468630"/>
            <a:ext cx="11430000" cy="1291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9600" u="none" cap="none" strike="noStrike">
                <a:solidFill>
                  <a:srgbClr val="FFFFFF"/>
                </a:solidFill>
                <a:latin typeface="Antonio"/>
                <a:ea typeface="Antonio"/>
                <a:cs typeface="Antonio"/>
                <a:sym typeface="Antonio"/>
              </a:rPr>
              <a:t>SOLUCIÓN</a:t>
            </a:r>
            <a:endParaRPr/>
          </a:p>
        </p:txBody>
      </p:sp>
      <p:pic>
        <p:nvPicPr>
          <p:cNvPr id="208" name="Google Shape;208;p6"/>
          <p:cNvPicPr preferRelativeResize="0"/>
          <p:nvPr/>
        </p:nvPicPr>
        <p:blipFill rotWithShape="1">
          <a:blip r:embed="rId3">
            <a:alphaModFix/>
          </a:blip>
          <a:srcRect b="0" l="0" r="0" t="0"/>
          <a:stretch/>
        </p:blipFill>
        <p:spPr>
          <a:xfrm>
            <a:off x="16001984" y="-868967"/>
            <a:ext cx="2286006" cy="2286006"/>
          </a:xfrm>
          <a:prstGeom prst="rect">
            <a:avLst/>
          </a:prstGeom>
          <a:noFill/>
          <a:ln>
            <a:noFill/>
          </a:ln>
        </p:spPr>
      </p:pic>
      <p:sp>
        <p:nvSpPr>
          <p:cNvPr id="209" name="Google Shape;209;p6"/>
          <p:cNvSpPr txBox="1"/>
          <p:nvPr/>
        </p:nvSpPr>
        <p:spPr>
          <a:xfrm>
            <a:off x="1541000" y="2557400"/>
            <a:ext cx="14364900" cy="58401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n-US" sz="3400">
                <a:solidFill>
                  <a:schemeClr val="lt1"/>
                </a:solidFill>
              </a:rPr>
              <a:t>Con la aplicación, solicitantes y ejecutores cuentan con una plataforma centralizada donde publicar, buscar y visualizar mini-trabajos en un mapa según cercanía. Los perfiles con historial y calificación permiten generar confianza antes de aceptar una tarea, mientras que el chat interno y el seguimiento de estado (publicada, en curso, completada) ordenan todo el ciclo de vida del trabajo dentro de un mismo sistema. Adicionalmente, funciones premium pagadas dan sustento al modelo de negocio de la plataforma.</a:t>
            </a:r>
            <a:endParaRPr sz="55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30613"/>
            </a:gs>
            <a:gs pos="100000">
              <a:srgbClr val="520B07"/>
            </a:gs>
          </a:gsLst>
          <a:path path="circle">
            <a:fillToRect b="50%" l="50%" r="50%" t="50%"/>
          </a:path>
          <a:tileRect/>
        </a:gradFill>
      </p:bgPr>
    </p:bg>
    <p:spTree>
      <p:nvGrpSpPr>
        <p:cNvPr id="213" name="Shape 213"/>
        <p:cNvGrpSpPr/>
        <p:nvPr/>
      </p:nvGrpSpPr>
      <p:grpSpPr>
        <a:xfrm>
          <a:off x="0" y="0"/>
          <a:ext cx="0" cy="0"/>
          <a:chOff x="0" y="0"/>
          <a:chExt cx="0" cy="0"/>
        </a:xfrm>
      </p:grpSpPr>
      <p:grpSp>
        <p:nvGrpSpPr>
          <p:cNvPr id="214" name="Google Shape;214;p7"/>
          <p:cNvGrpSpPr/>
          <p:nvPr/>
        </p:nvGrpSpPr>
        <p:grpSpPr>
          <a:xfrm>
            <a:off x="0" y="-28575"/>
            <a:ext cx="18288000" cy="104775"/>
            <a:chOff x="0" y="-38100"/>
            <a:chExt cx="24384000" cy="139700"/>
          </a:xfrm>
        </p:grpSpPr>
        <p:sp>
          <p:nvSpPr>
            <p:cNvPr id="215" name="Google Shape;215;p7"/>
            <p:cNvSpPr/>
            <p:nvPr/>
          </p:nvSpPr>
          <p:spPr>
            <a:xfrm>
              <a:off x="0" y="0"/>
              <a:ext cx="24384000" cy="101600"/>
            </a:xfrm>
            <a:custGeom>
              <a:rect b="b" l="l" r="r" t="t"/>
              <a:pathLst>
                <a:path extrusionOk="0" h="101600" w="24384000">
                  <a:moveTo>
                    <a:pt x="0" y="0"/>
                  </a:moveTo>
                  <a:lnTo>
                    <a:pt x="24384000" y="0"/>
                  </a:lnTo>
                  <a:lnTo>
                    <a:pt x="24384000" y="101600"/>
                  </a:lnTo>
                  <a:lnTo>
                    <a:pt x="0" y="101600"/>
                  </a:lnTo>
                  <a:close/>
                </a:path>
              </a:pathLst>
            </a:custGeom>
            <a:solidFill>
              <a:srgbClr val="E30613"/>
            </a:solidFill>
            <a:ln>
              <a:noFill/>
            </a:ln>
          </p:spPr>
        </p:sp>
        <p:sp>
          <p:nvSpPr>
            <p:cNvPr id="216" name="Google Shape;216;p7"/>
            <p:cNvSpPr txBox="1"/>
            <p:nvPr/>
          </p:nvSpPr>
          <p:spPr>
            <a:xfrm>
              <a:off x="0" y="-38100"/>
              <a:ext cx="24384000" cy="1397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7" name="Google Shape;217;p7"/>
          <p:cNvSpPr txBox="1"/>
          <p:nvPr/>
        </p:nvSpPr>
        <p:spPr>
          <a:xfrm>
            <a:off x="571500" y="342900"/>
            <a:ext cx="1143000" cy="3962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E30613"/>
                </a:solidFill>
                <a:latin typeface="Antonio"/>
                <a:ea typeface="Antonio"/>
                <a:cs typeface="Antonio"/>
                <a:sym typeface="Antonio"/>
              </a:rPr>
              <a:t>05</a:t>
            </a:r>
            <a:endParaRPr/>
          </a:p>
        </p:txBody>
      </p:sp>
      <p:sp>
        <p:nvSpPr>
          <p:cNvPr id="218" name="Google Shape;218;p7"/>
          <p:cNvSpPr txBox="1"/>
          <p:nvPr/>
        </p:nvSpPr>
        <p:spPr>
          <a:xfrm>
            <a:off x="6382500" y="451150"/>
            <a:ext cx="5523000" cy="1108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7200" u="none" cap="none" strike="noStrike">
                <a:solidFill>
                  <a:srgbClr val="FFFFFF"/>
                </a:solidFill>
                <a:latin typeface="Antonio"/>
                <a:ea typeface="Antonio"/>
                <a:cs typeface="Antonio"/>
                <a:sym typeface="Antonio"/>
              </a:rPr>
              <a:t>METODOLOGÍA</a:t>
            </a:r>
            <a:endParaRPr/>
          </a:p>
        </p:txBody>
      </p:sp>
      <p:grpSp>
        <p:nvGrpSpPr>
          <p:cNvPr id="219" name="Google Shape;219;p7"/>
          <p:cNvGrpSpPr/>
          <p:nvPr/>
        </p:nvGrpSpPr>
        <p:grpSpPr>
          <a:xfrm>
            <a:off x="0" y="10182225"/>
            <a:ext cx="18288000" cy="104775"/>
            <a:chOff x="0" y="-38100"/>
            <a:chExt cx="24384000" cy="139700"/>
          </a:xfrm>
        </p:grpSpPr>
        <p:sp>
          <p:nvSpPr>
            <p:cNvPr id="220" name="Google Shape;220;p7"/>
            <p:cNvSpPr/>
            <p:nvPr/>
          </p:nvSpPr>
          <p:spPr>
            <a:xfrm>
              <a:off x="0" y="0"/>
              <a:ext cx="24384000" cy="101600"/>
            </a:xfrm>
            <a:custGeom>
              <a:rect b="b" l="l" r="r" t="t"/>
              <a:pathLst>
                <a:path extrusionOk="0" h="101600" w="24384000">
                  <a:moveTo>
                    <a:pt x="0" y="0"/>
                  </a:moveTo>
                  <a:lnTo>
                    <a:pt x="24384000" y="0"/>
                  </a:lnTo>
                  <a:lnTo>
                    <a:pt x="24384000" y="101600"/>
                  </a:lnTo>
                  <a:lnTo>
                    <a:pt x="0" y="101600"/>
                  </a:lnTo>
                  <a:close/>
                </a:path>
              </a:pathLst>
            </a:custGeom>
            <a:solidFill>
              <a:srgbClr val="E30613"/>
            </a:solidFill>
            <a:ln>
              <a:noFill/>
            </a:ln>
          </p:spPr>
        </p:sp>
        <p:sp>
          <p:nvSpPr>
            <p:cNvPr id="221" name="Google Shape;221;p7"/>
            <p:cNvSpPr txBox="1"/>
            <p:nvPr/>
          </p:nvSpPr>
          <p:spPr>
            <a:xfrm>
              <a:off x="0" y="-38100"/>
              <a:ext cx="24384000" cy="1397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222" name="Google Shape;222;p7"/>
          <p:cNvPicPr preferRelativeResize="0"/>
          <p:nvPr/>
        </p:nvPicPr>
        <p:blipFill rotWithShape="1">
          <a:blip r:embed="rId3">
            <a:alphaModFix/>
          </a:blip>
          <a:srcRect b="0" l="0" r="0" t="0"/>
          <a:stretch/>
        </p:blipFill>
        <p:spPr>
          <a:xfrm>
            <a:off x="16001984" y="-868967"/>
            <a:ext cx="2286006" cy="2286006"/>
          </a:xfrm>
          <a:prstGeom prst="rect">
            <a:avLst/>
          </a:prstGeom>
          <a:noFill/>
          <a:ln>
            <a:noFill/>
          </a:ln>
        </p:spPr>
      </p:pic>
      <p:grpSp>
        <p:nvGrpSpPr>
          <p:cNvPr id="223" name="Google Shape;223;p7"/>
          <p:cNvGrpSpPr/>
          <p:nvPr/>
        </p:nvGrpSpPr>
        <p:grpSpPr>
          <a:xfrm>
            <a:off x="10358846" y="2120231"/>
            <a:ext cx="6445910" cy="6597598"/>
            <a:chOff x="0" y="-38100"/>
            <a:chExt cx="6096000" cy="6642100"/>
          </a:xfrm>
        </p:grpSpPr>
        <p:sp>
          <p:nvSpPr>
            <p:cNvPr id="224" name="Google Shape;224;p7"/>
            <p:cNvSpPr/>
            <p:nvPr/>
          </p:nvSpPr>
          <p:spPr>
            <a:xfrm>
              <a:off x="0" y="0"/>
              <a:ext cx="6096000" cy="6604000"/>
            </a:xfrm>
            <a:custGeom>
              <a:rect b="b" l="l" r="r" t="t"/>
              <a:pathLst>
                <a:path extrusionOk="0" h="6604000" w="6096000">
                  <a:moveTo>
                    <a:pt x="609600" y="0"/>
                  </a:moveTo>
                  <a:lnTo>
                    <a:pt x="5486400" y="0"/>
                  </a:lnTo>
                  <a:cubicBezTo>
                    <a:pt x="5823073" y="0"/>
                    <a:pt x="6096000" y="272927"/>
                    <a:pt x="6096000" y="609600"/>
                  </a:cubicBezTo>
                  <a:lnTo>
                    <a:pt x="6096000" y="5994400"/>
                  </a:lnTo>
                  <a:cubicBezTo>
                    <a:pt x="6096000" y="6331073"/>
                    <a:pt x="5823073" y="6604000"/>
                    <a:pt x="5486400" y="6604000"/>
                  </a:cubicBezTo>
                  <a:lnTo>
                    <a:pt x="609600" y="6604000"/>
                  </a:lnTo>
                  <a:cubicBezTo>
                    <a:pt x="272927" y="6604000"/>
                    <a:pt x="0" y="6331073"/>
                    <a:pt x="0" y="5994400"/>
                  </a:cubicBezTo>
                  <a:lnTo>
                    <a:pt x="0" y="609600"/>
                  </a:lnTo>
                  <a:cubicBezTo>
                    <a:pt x="0" y="272927"/>
                    <a:pt x="272927" y="0"/>
                    <a:pt x="609600" y="0"/>
                  </a:cubicBezTo>
                  <a:close/>
                </a:path>
              </a:pathLst>
            </a:custGeom>
            <a:solidFill>
              <a:srgbClr val="333333"/>
            </a:solidFill>
            <a:ln>
              <a:noFill/>
            </a:ln>
          </p:spPr>
          <p:txBody>
            <a:bodyPr anchorCtr="0" anchor="ctr" bIns="137650" lIns="137650" spcFirstLastPara="1" rIns="137650" wrap="square" tIns="137650">
              <a:noAutofit/>
            </a:bodyPr>
            <a:lstStyle/>
            <a:p>
              <a:pPr indent="0" lvl="0" marL="0" rtl="0" algn="l">
                <a:spcBef>
                  <a:spcPts val="0"/>
                </a:spcBef>
                <a:spcAft>
                  <a:spcPts val="0"/>
                </a:spcAft>
                <a:buNone/>
              </a:pPr>
              <a:r>
                <a:t/>
              </a:r>
              <a:endParaRPr/>
            </a:p>
          </p:txBody>
        </p:sp>
        <p:sp>
          <p:nvSpPr>
            <p:cNvPr id="225" name="Google Shape;225;p7"/>
            <p:cNvSpPr txBox="1"/>
            <p:nvPr/>
          </p:nvSpPr>
          <p:spPr>
            <a:xfrm>
              <a:off x="0" y="-38100"/>
              <a:ext cx="6096000" cy="6642000"/>
            </a:xfrm>
            <a:prstGeom prst="rect">
              <a:avLst/>
            </a:prstGeom>
            <a:noFill/>
            <a:ln>
              <a:noFill/>
            </a:ln>
          </p:spPr>
          <p:txBody>
            <a:bodyPr anchorCtr="0" anchor="ctr" bIns="76475" lIns="76475" spcFirstLastPara="1" rIns="76475" wrap="square" tIns="76475">
              <a:noAutofit/>
            </a:bodyPr>
            <a:lstStyle/>
            <a:p>
              <a:pPr indent="0" lvl="0" marL="0" marR="0" rtl="0" algn="l">
                <a:lnSpc>
                  <a:spcPct val="93277"/>
                </a:lnSpc>
                <a:spcBef>
                  <a:spcPts val="0"/>
                </a:spcBef>
                <a:spcAft>
                  <a:spcPts val="0"/>
                </a:spcAft>
                <a:buNone/>
              </a:pPr>
              <a:r>
                <a:t/>
              </a:r>
              <a:endParaRPr b="0" i="0" sz="2710" u="none" cap="none" strike="noStrike">
                <a:solidFill>
                  <a:schemeClr val="dk1"/>
                </a:solidFill>
                <a:latin typeface="Calibri"/>
                <a:ea typeface="Calibri"/>
                <a:cs typeface="Calibri"/>
                <a:sym typeface="Calibri"/>
              </a:endParaRPr>
            </a:p>
          </p:txBody>
        </p:sp>
      </p:grpSp>
      <p:sp>
        <p:nvSpPr>
          <p:cNvPr id="226" name="Google Shape;226;p7"/>
          <p:cNvSpPr txBox="1"/>
          <p:nvPr/>
        </p:nvSpPr>
        <p:spPr>
          <a:xfrm>
            <a:off x="10978421" y="6826202"/>
            <a:ext cx="5276700" cy="461700"/>
          </a:xfrm>
          <a:prstGeom prst="rect">
            <a:avLst/>
          </a:prstGeom>
          <a:noFill/>
          <a:ln>
            <a:noFill/>
          </a:ln>
        </p:spPr>
        <p:txBody>
          <a:bodyPr anchorCtr="0" anchor="t" bIns="0" lIns="0" spcFirstLastPara="1" rIns="0" wrap="square" tIns="0">
            <a:spAutoFit/>
          </a:bodyPr>
          <a:lstStyle/>
          <a:p>
            <a:pPr indent="0" lvl="0" marL="0" marR="0" rtl="0" algn="ctr">
              <a:lnSpc>
                <a:spcPct val="119958"/>
              </a:lnSpc>
              <a:spcBef>
                <a:spcPts val="0"/>
              </a:spcBef>
              <a:spcAft>
                <a:spcPts val="0"/>
              </a:spcAft>
              <a:buNone/>
            </a:pPr>
            <a:r>
              <a:rPr lang="en-US" sz="3000">
                <a:solidFill>
                  <a:srgbClr val="FFFFFF"/>
                </a:solidFill>
              </a:rPr>
              <a:t>Roles</a:t>
            </a:r>
            <a:endParaRPr sz="3000"/>
          </a:p>
        </p:txBody>
      </p:sp>
      <p:sp>
        <p:nvSpPr>
          <p:cNvPr id="227" name="Google Shape;227;p7"/>
          <p:cNvSpPr txBox="1"/>
          <p:nvPr/>
        </p:nvSpPr>
        <p:spPr>
          <a:xfrm>
            <a:off x="10978421" y="7614930"/>
            <a:ext cx="5276700" cy="692700"/>
          </a:xfrm>
          <a:prstGeom prst="rect">
            <a:avLst/>
          </a:prstGeom>
          <a:noFill/>
          <a:ln>
            <a:noFill/>
          </a:ln>
        </p:spPr>
        <p:txBody>
          <a:bodyPr anchorCtr="0" anchor="t" bIns="0" lIns="0" spcFirstLastPara="1" rIns="0" wrap="square" tIns="0">
            <a:spAutoFit/>
          </a:bodyPr>
          <a:lstStyle/>
          <a:p>
            <a:pPr indent="0" lvl="0" marL="0" marR="0" rtl="0" algn="l">
              <a:lnSpc>
                <a:spcPct val="150031"/>
              </a:lnSpc>
              <a:spcBef>
                <a:spcPts val="0"/>
              </a:spcBef>
              <a:spcAft>
                <a:spcPts val="0"/>
              </a:spcAft>
              <a:buNone/>
            </a:pPr>
            <a:r>
              <a:rPr lang="en-US" sz="1800">
                <a:solidFill>
                  <a:schemeClr val="lt1"/>
                </a:solidFill>
              </a:rPr>
              <a:t>Scrum: kevin Valenzuela</a:t>
            </a:r>
            <a:endParaRPr sz="1800">
              <a:solidFill>
                <a:schemeClr val="lt1"/>
              </a:solidFill>
            </a:endParaRPr>
          </a:p>
          <a:p>
            <a:pPr indent="0" lvl="0" marL="0" marR="0" rtl="0" algn="l">
              <a:lnSpc>
                <a:spcPct val="150031"/>
              </a:lnSpc>
              <a:spcBef>
                <a:spcPts val="0"/>
              </a:spcBef>
              <a:spcAft>
                <a:spcPts val="0"/>
              </a:spcAft>
              <a:buNone/>
            </a:pPr>
            <a:r>
              <a:rPr lang="en-US" sz="1800">
                <a:solidFill>
                  <a:schemeClr val="lt1"/>
                </a:solidFill>
              </a:rPr>
              <a:t>Desarrolladores:Fabián Molina/</a:t>
            </a:r>
            <a:r>
              <a:rPr lang="en-US" sz="1800">
                <a:solidFill>
                  <a:schemeClr val="lt1"/>
                </a:solidFill>
              </a:rPr>
              <a:t>Alexsander Atenas</a:t>
            </a:r>
            <a:endParaRPr sz="1800">
              <a:solidFill>
                <a:schemeClr val="lt1"/>
              </a:solidFill>
            </a:endParaRPr>
          </a:p>
        </p:txBody>
      </p:sp>
      <p:sp>
        <p:nvSpPr>
          <p:cNvPr id="228" name="Google Shape;228;p7"/>
          <p:cNvSpPr txBox="1"/>
          <p:nvPr/>
        </p:nvSpPr>
        <p:spPr>
          <a:xfrm>
            <a:off x="10978435" y="2319281"/>
            <a:ext cx="5276700" cy="461700"/>
          </a:xfrm>
          <a:prstGeom prst="rect">
            <a:avLst/>
          </a:prstGeom>
          <a:noFill/>
          <a:ln>
            <a:noFill/>
          </a:ln>
        </p:spPr>
        <p:txBody>
          <a:bodyPr anchorCtr="0" anchor="t" bIns="0" lIns="0" spcFirstLastPara="1" rIns="0" wrap="square" tIns="0">
            <a:spAutoFit/>
          </a:bodyPr>
          <a:lstStyle/>
          <a:p>
            <a:pPr indent="0" lvl="0" marL="0" marR="0" rtl="0" algn="ctr">
              <a:lnSpc>
                <a:spcPct val="119958"/>
              </a:lnSpc>
              <a:spcBef>
                <a:spcPts val="0"/>
              </a:spcBef>
              <a:spcAft>
                <a:spcPts val="0"/>
              </a:spcAft>
              <a:buNone/>
            </a:pPr>
            <a:r>
              <a:rPr lang="en-US" sz="3000">
                <a:solidFill>
                  <a:srgbClr val="FFFFFF"/>
                </a:solidFill>
              </a:rPr>
              <a:t>Scrumban</a:t>
            </a:r>
            <a:endParaRPr sz="3000"/>
          </a:p>
        </p:txBody>
      </p:sp>
      <p:sp>
        <p:nvSpPr>
          <p:cNvPr id="229" name="Google Shape;229;p7"/>
          <p:cNvSpPr txBox="1"/>
          <p:nvPr/>
        </p:nvSpPr>
        <p:spPr>
          <a:xfrm>
            <a:off x="10978451" y="3108027"/>
            <a:ext cx="5523000" cy="3718200"/>
          </a:xfrm>
          <a:prstGeom prst="rect">
            <a:avLst/>
          </a:prstGeom>
          <a:noFill/>
          <a:ln>
            <a:noFill/>
          </a:ln>
        </p:spPr>
        <p:txBody>
          <a:bodyPr anchorCtr="0" anchor="t" bIns="0" lIns="0" spcFirstLastPara="1" rIns="0" wrap="square" tIns="0">
            <a:noAutofit/>
          </a:bodyPr>
          <a:lstStyle/>
          <a:p>
            <a:pPr indent="0" lvl="0" marL="0" marR="0" rtl="0" algn="just">
              <a:lnSpc>
                <a:spcPct val="150031"/>
              </a:lnSpc>
              <a:spcBef>
                <a:spcPts val="0"/>
              </a:spcBef>
              <a:spcAft>
                <a:spcPts val="0"/>
              </a:spcAft>
              <a:buNone/>
            </a:pPr>
            <a:r>
              <a:rPr lang="en-US" sz="1800">
                <a:solidFill>
                  <a:schemeClr val="lt1"/>
                </a:solidFill>
              </a:rPr>
              <a:t>Este proyecto utiliza Scrum para avanzar mediante entregas cortas y periódicas, organizando el trabajo en sprints que priorizan las funcionalidades básicas antes de abordar las más complejas. Combinamos esta metodología con Kanban para visualizar y optimizar el flujo de trabajo, gestionando todo a través de Trello donde las tareas se organizan por estado para facilitar el seguimiento.</a:t>
            </a:r>
            <a:endParaRPr sz="1800">
              <a:solidFill>
                <a:schemeClr val="lt1"/>
              </a:solidFill>
            </a:endParaRPr>
          </a:p>
        </p:txBody>
      </p:sp>
      <p:pic>
        <p:nvPicPr>
          <p:cNvPr id="230" name="Google Shape;230;p7"/>
          <p:cNvPicPr preferRelativeResize="0"/>
          <p:nvPr/>
        </p:nvPicPr>
        <p:blipFill>
          <a:blip r:embed="rId4">
            <a:alphaModFix/>
          </a:blip>
          <a:stretch>
            <a:fillRect/>
          </a:stretch>
        </p:blipFill>
        <p:spPr>
          <a:xfrm>
            <a:off x="571500" y="2197913"/>
            <a:ext cx="9260051" cy="64422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234" name="Shape 234"/>
        <p:cNvGrpSpPr/>
        <p:nvPr/>
      </p:nvGrpSpPr>
      <p:grpSpPr>
        <a:xfrm>
          <a:off x="0" y="0"/>
          <a:ext cx="0" cy="0"/>
          <a:chOff x="0" y="0"/>
          <a:chExt cx="0" cy="0"/>
        </a:xfrm>
      </p:grpSpPr>
      <p:grpSp>
        <p:nvGrpSpPr>
          <p:cNvPr id="235" name="Google Shape;235;p8"/>
          <p:cNvGrpSpPr/>
          <p:nvPr/>
        </p:nvGrpSpPr>
        <p:grpSpPr>
          <a:xfrm>
            <a:off x="0" y="-28575"/>
            <a:ext cx="1905000" cy="104775"/>
            <a:chOff x="0" y="-38100"/>
            <a:chExt cx="2540000" cy="139700"/>
          </a:xfrm>
        </p:grpSpPr>
        <p:sp>
          <p:nvSpPr>
            <p:cNvPr id="236" name="Google Shape;236;p8"/>
            <p:cNvSpPr/>
            <p:nvPr/>
          </p:nvSpPr>
          <p:spPr>
            <a:xfrm>
              <a:off x="0" y="0"/>
              <a:ext cx="2540000" cy="101600"/>
            </a:xfrm>
            <a:custGeom>
              <a:rect b="b" l="l" r="r" t="t"/>
              <a:pathLst>
                <a:path extrusionOk="0" h="101600" w="2540000">
                  <a:moveTo>
                    <a:pt x="0" y="0"/>
                  </a:moveTo>
                  <a:lnTo>
                    <a:pt x="2540000" y="0"/>
                  </a:lnTo>
                  <a:lnTo>
                    <a:pt x="2540000" y="101600"/>
                  </a:lnTo>
                  <a:lnTo>
                    <a:pt x="0" y="101600"/>
                  </a:lnTo>
                  <a:close/>
                </a:path>
              </a:pathLst>
            </a:custGeom>
            <a:solidFill>
              <a:srgbClr val="E30613"/>
            </a:solidFill>
            <a:ln>
              <a:noFill/>
            </a:ln>
          </p:spPr>
        </p:sp>
        <p:sp>
          <p:nvSpPr>
            <p:cNvPr id="237" name="Google Shape;237;p8"/>
            <p:cNvSpPr txBox="1"/>
            <p:nvPr/>
          </p:nvSpPr>
          <p:spPr>
            <a:xfrm>
              <a:off x="0" y="-38100"/>
              <a:ext cx="2540000" cy="1397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8" name="Google Shape;238;p8"/>
          <p:cNvSpPr txBox="1"/>
          <p:nvPr/>
        </p:nvSpPr>
        <p:spPr>
          <a:xfrm>
            <a:off x="28575" y="378619"/>
            <a:ext cx="1143000" cy="39624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b="0" i="0" lang="en-US" sz="2400" u="none" cap="none" strike="noStrike">
                <a:solidFill>
                  <a:srgbClr val="E30613"/>
                </a:solidFill>
                <a:latin typeface="Antonio"/>
                <a:ea typeface="Antonio"/>
                <a:cs typeface="Antonio"/>
                <a:sym typeface="Antonio"/>
              </a:rPr>
              <a:t>06</a:t>
            </a:r>
            <a:endParaRPr/>
          </a:p>
        </p:txBody>
      </p:sp>
      <p:sp>
        <p:nvSpPr>
          <p:cNvPr id="239" name="Google Shape;239;p8"/>
          <p:cNvSpPr txBox="1"/>
          <p:nvPr/>
        </p:nvSpPr>
        <p:spPr>
          <a:xfrm>
            <a:off x="5667375" y="559594"/>
            <a:ext cx="5715000" cy="10699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000" u="none" cap="none" strike="noStrike">
                <a:solidFill>
                  <a:srgbClr val="FFFFFF"/>
                </a:solidFill>
                <a:latin typeface="Antonio"/>
                <a:ea typeface="Antonio"/>
                <a:cs typeface="Antonio"/>
                <a:sym typeface="Antonio"/>
              </a:rPr>
              <a:t>MAPA</a:t>
            </a:r>
            <a:endParaRPr/>
          </a:p>
        </p:txBody>
      </p:sp>
      <p:sp>
        <p:nvSpPr>
          <p:cNvPr id="240" name="Google Shape;240;p8"/>
          <p:cNvSpPr txBox="1"/>
          <p:nvPr/>
        </p:nvSpPr>
        <p:spPr>
          <a:xfrm>
            <a:off x="7953375" y="570706"/>
            <a:ext cx="4857750" cy="10699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000" u="none" cap="none" strike="noStrike">
                <a:solidFill>
                  <a:srgbClr val="E30613"/>
                </a:solidFill>
                <a:latin typeface="Antonio"/>
                <a:ea typeface="Antonio"/>
                <a:cs typeface="Antonio"/>
                <a:sym typeface="Antonio"/>
              </a:rPr>
              <a:t>TECNOLÓGICO</a:t>
            </a:r>
            <a:endParaRPr/>
          </a:p>
        </p:txBody>
      </p:sp>
      <p:cxnSp>
        <p:nvCxnSpPr>
          <p:cNvPr id="241" name="Google Shape;241;p8"/>
          <p:cNvCxnSpPr/>
          <p:nvPr/>
        </p:nvCxnSpPr>
        <p:spPr>
          <a:xfrm>
            <a:off x="5667375" y="1615282"/>
            <a:ext cx="7048500" cy="0"/>
          </a:xfrm>
          <a:prstGeom prst="straightConnector1">
            <a:avLst/>
          </a:prstGeom>
          <a:noFill/>
          <a:ln cap="flat" cmpd="sng" w="28575">
            <a:solidFill>
              <a:srgbClr val="E30613"/>
            </a:solidFill>
            <a:prstDash val="solid"/>
            <a:round/>
            <a:headEnd len="sm" w="sm" type="none"/>
            <a:tailEnd len="sm" w="sm" type="none"/>
          </a:ln>
        </p:spPr>
      </p:cxnSp>
      <p:grpSp>
        <p:nvGrpSpPr>
          <p:cNvPr id="242" name="Google Shape;242;p8"/>
          <p:cNvGrpSpPr/>
          <p:nvPr/>
        </p:nvGrpSpPr>
        <p:grpSpPr>
          <a:xfrm>
            <a:off x="0" y="10201275"/>
            <a:ext cx="18288000" cy="85725"/>
            <a:chOff x="0" y="-38100"/>
            <a:chExt cx="24384000" cy="114300"/>
          </a:xfrm>
        </p:grpSpPr>
        <p:sp>
          <p:nvSpPr>
            <p:cNvPr id="243" name="Google Shape;243;p8"/>
            <p:cNvSpPr/>
            <p:nvPr/>
          </p:nvSpPr>
          <p:spPr>
            <a:xfrm>
              <a:off x="0" y="0"/>
              <a:ext cx="24384000" cy="76200"/>
            </a:xfrm>
            <a:custGeom>
              <a:rect b="b" l="l" r="r" t="t"/>
              <a:pathLst>
                <a:path extrusionOk="0" h="76200" w="24384000">
                  <a:moveTo>
                    <a:pt x="0" y="0"/>
                  </a:moveTo>
                  <a:lnTo>
                    <a:pt x="24384000" y="0"/>
                  </a:lnTo>
                  <a:lnTo>
                    <a:pt x="24384000" y="76200"/>
                  </a:lnTo>
                  <a:lnTo>
                    <a:pt x="0" y="76200"/>
                  </a:lnTo>
                  <a:close/>
                </a:path>
              </a:pathLst>
            </a:custGeom>
            <a:solidFill>
              <a:srgbClr val="E30613"/>
            </a:solidFill>
            <a:ln>
              <a:noFill/>
            </a:ln>
          </p:spPr>
        </p:sp>
        <p:sp>
          <p:nvSpPr>
            <p:cNvPr id="244" name="Google Shape;244;p8"/>
            <p:cNvSpPr txBox="1"/>
            <p:nvPr/>
          </p:nvSpPr>
          <p:spPr>
            <a:xfrm>
              <a:off x="0" y="-38100"/>
              <a:ext cx="24384000" cy="1143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245" name="Google Shape;245;p8"/>
          <p:cNvPicPr preferRelativeResize="0"/>
          <p:nvPr/>
        </p:nvPicPr>
        <p:blipFill rotWithShape="1">
          <a:blip r:embed="rId3">
            <a:alphaModFix/>
          </a:blip>
          <a:srcRect b="0" l="0" r="0" t="0"/>
          <a:stretch/>
        </p:blipFill>
        <p:spPr>
          <a:xfrm>
            <a:off x="16001984" y="-868967"/>
            <a:ext cx="2286006" cy="2286006"/>
          </a:xfrm>
          <a:prstGeom prst="rect">
            <a:avLst/>
          </a:prstGeom>
          <a:noFill/>
          <a:ln>
            <a:noFill/>
          </a:ln>
        </p:spPr>
      </p:pic>
      <p:pic>
        <p:nvPicPr>
          <p:cNvPr id="246" name="Google Shape;246;p8"/>
          <p:cNvPicPr preferRelativeResize="0"/>
          <p:nvPr/>
        </p:nvPicPr>
        <p:blipFill>
          <a:blip r:embed="rId4">
            <a:alphaModFix/>
          </a:blip>
          <a:stretch>
            <a:fillRect/>
          </a:stretch>
        </p:blipFill>
        <p:spPr>
          <a:xfrm>
            <a:off x="4342932" y="2352104"/>
            <a:ext cx="2633396" cy="2633396"/>
          </a:xfrm>
          <a:prstGeom prst="rect">
            <a:avLst/>
          </a:prstGeom>
          <a:noFill/>
          <a:ln>
            <a:noFill/>
          </a:ln>
        </p:spPr>
      </p:pic>
      <p:pic>
        <p:nvPicPr>
          <p:cNvPr id="247" name="Google Shape;247;p8"/>
          <p:cNvPicPr preferRelativeResize="0"/>
          <p:nvPr/>
        </p:nvPicPr>
        <p:blipFill>
          <a:blip r:embed="rId5">
            <a:alphaModFix/>
          </a:blip>
          <a:stretch>
            <a:fillRect/>
          </a:stretch>
        </p:blipFill>
        <p:spPr>
          <a:xfrm>
            <a:off x="11954154" y="2540857"/>
            <a:ext cx="2255888" cy="2255888"/>
          </a:xfrm>
          <a:prstGeom prst="rect">
            <a:avLst/>
          </a:prstGeom>
          <a:noFill/>
          <a:ln>
            <a:noFill/>
          </a:ln>
        </p:spPr>
      </p:pic>
      <p:pic>
        <p:nvPicPr>
          <p:cNvPr id="248" name="Google Shape;248;p8"/>
          <p:cNvPicPr preferRelativeResize="0"/>
          <p:nvPr/>
        </p:nvPicPr>
        <p:blipFill>
          <a:blip r:embed="rId6">
            <a:alphaModFix/>
          </a:blip>
          <a:stretch>
            <a:fillRect/>
          </a:stretch>
        </p:blipFill>
        <p:spPr>
          <a:xfrm>
            <a:off x="6976332" y="2513289"/>
            <a:ext cx="2244161" cy="2244161"/>
          </a:xfrm>
          <a:prstGeom prst="rect">
            <a:avLst/>
          </a:prstGeom>
          <a:noFill/>
          <a:ln>
            <a:noFill/>
          </a:ln>
        </p:spPr>
      </p:pic>
      <p:pic>
        <p:nvPicPr>
          <p:cNvPr id="249" name="Google Shape;249;p8"/>
          <p:cNvPicPr preferRelativeResize="0"/>
          <p:nvPr/>
        </p:nvPicPr>
        <p:blipFill>
          <a:blip r:embed="rId7">
            <a:alphaModFix/>
          </a:blip>
          <a:stretch>
            <a:fillRect/>
          </a:stretch>
        </p:blipFill>
        <p:spPr>
          <a:xfrm>
            <a:off x="4083710" y="5619063"/>
            <a:ext cx="2962050" cy="1946332"/>
          </a:xfrm>
          <a:prstGeom prst="rect">
            <a:avLst/>
          </a:prstGeom>
          <a:noFill/>
          <a:ln>
            <a:noFill/>
          </a:ln>
        </p:spPr>
      </p:pic>
      <p:pic>
        <p:nvPicPr>
          <p:cNvPr id="250" name="Google Shape;250;p8"/>
          <p:cNvPicPr preferRelativeResize="0"/>
          <p:nvPr/>
        </p:nvPicPr>
        <p:blipFill>
          <a:blip r:embed="rId8">
            <a:alphaModFix/>
          </a:blip>
          <a:stretch>
            <a:fillRect/>
          </a:stretch>
        </p:blipFill>
        <p:spPr>
          <a:xfrm>
            <a:off x="9555837" y="2535325"/>
            <a:ext cx="2200090" cy="2200090"/>
          </a:xfrm>
          <a:prstGeom prst="rect">
            <a:avLst/>
          </a:prstGeom>
          <a:noFill/>
          <a:ln>
            <a:noFill/>
          </a:ln>
        </p:spPr>
      </p:pic>
      <p:pic>
        <p:nvPicPr>
          <p:cNvPr id="251" name="Google Shape;251;p8"/>
          <p:cNvPicPr preferRelativeResize="0"/>
          <p:nvPr/>
        </p:nvPicPr>
        <p:blipFill>
          <a:blip r:embed="rId9">
            <a:alphaModFix/>
          </a:blip>
          <a:stretch>
            <a:fillRect/>
          </a:stretch>
        </p:blipFill>
        <p:spPr>
          <a:xfrm>
            <a:off x="6498252" y="5273840"/>
            <a:ext cx="2703625" cy="2703625"/>
          </a:xfrm>
          <a:prstGeom prst="rect">
            <a:avLst/>
          </a:prstGeom>
          <a:noFill/>
          <a:ln>
            <a:noFill/>
          </a:ln>
        </p:spPr>
      </p:pic>
      <p:pic>
        <p:nvPicPr>
          <p:cNvPr id="252" name="Google Shape;252;p8"/>
          <p:cNvPicPr preferRelativeResize="0"/>
          <p:nvPr/>
        </p:nvPicPr>
        <p:blipFill>
          <a:blip r:embed="rId10">
            <a:alphaModFix/>
          </a:blip>
          <a:stretch>
            <a:fillRect/>
          </a:stretch>
        </p:blipFill>
        <p:spPr>
          <a:xfrm>
            <a:off x="9252853" y="5619067"/>
            <a:ext cx="2480325" cy="2480325"/>
          </a:xfrm>
          <a:prstGeom prst="rect">
            <a:avLst/>
          </a:prstGeom>
          <a:noFill/>
          <a:ln>
            <a:noFill/>
          </a:ln>
        </p:spPr>
      </p:pic>
      <p:pic>
        <p:nvPicPr>
          <p:cNvPr id="253" name="Google Shape;253;p8"/>
          <p:cNvPicPr preferRelativeResize="0"/>
          <p:nvPr/>
        </p:nvPicPr>
        <p:blipFill>
          <a:blip r:embed="rId11">
            <a:alphaModFix/>
          </a:blip>
          <a:stretch>
            <a:fillRect/>
          </a:stretch>
        </p:blipFill>
        <p:spPr>
          <a:xfrm>
            <a:off x="12099432" y="5830536"/>
            <a:ext cx="2200100" cy="226885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257" name="Shape 257"/>
        <p:cNvGrpSpPr/>
        <p:nvPr/>
      </p:nvGrpSpPr>
      <p:grpSpPr>
        <a:xfrm>
          <a:off x="0" y="0"/>
          <a:ext cx="0" cy="0"/>
          <a:chOff x="0" y="0"/>
          <a:chExt cx="0" cy="0"/>
        </a:xfrm>
      </p:grpSpPr>
      <p:grpSp>
        <p:nvGrpSpPr>
          <p:cNvPr id="258" name="Google Shape;258;p9"/>
          <p:cNvGrpSpPr/>
          <p:nvPr/>
        </p:nvGrpSpPr>
        <p:grpSpPr>
          <a:xfrm>
            <a:off x="9535525" y="-28575"/>
            <a:ext cx="8752967" cy="10315575"/>
            <a:chOff x="0" y="-38100"/>
            <a:chExt cx="10414000" cy="13754100"/>
          </a:xfrm>
        </p:grpSpPr>
        <p:sp>
          <p:nvSpPr>
            <p:cNvPr id="259" name="Google Shape;259;p9"/>
            <p:cNvSpPr/>
            <p:nvPr/>
          </p:nvSpPr>
          <p:spPr>
            <a:xfrm>
              <a:off x="0" y="0"/>
              <a:ext cx="10414000" cy="13716000"/>
            </a:xfrm>
            <a:custGeom>
              <a:rect b="b" l="l" r="r" t="t"/>
              <a:pathLst>
                <a:path extrusionOk="0" h="13716000" w="10414000">
                  <a:moveTo>
                    <a:pt x="0" y="0"/>
                  </a:moveTo>
                  <a:lnTo>
                    <a:pt x="10414000" y="0"/>
                  </a:lnTo>
                  <a:lnTo>
                    <a:pt x="10414000" y="13716000"/>
                  </a:lnTo>
                  <a:lnTo>
                    <a:pt x="0" y="13716000"/>
                  </a:lnTo>
                  <a:close/>
                </a:path>
              </a:pathLst>
            </a:custGeom>
            <a:gradFill>
              <a:gsLst>
                <a:gs pos="0">
                  <a:srgbClr val="E30613"/>
                </a:gs>
                <a:gs pos="100000">
                  <a:srgbClr val="520B07"/>
                </a:gs>
              </a:gsLst>
              <a:lin ang="5400000" scaled="0"/>
            </a:gradFill>
            <a:ln>
              <a:noFill/>
            </a:ln>
          </p:spPr>
        </p:sp>
        <p:sp>
          <p:nvSpPr>
            <p:cNvPr id="260" name="Google Shape;260;p9"/>
            <p:cNvSpPr txBox="1"/>
            <p:nvPr/>
          </p:nvSpPr>
          <p:spPr>
            <a:xfrm>
              <a:off x="0" y="-38100"/>
              <a:ext cx="10414000" cy="137541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1" name="Google Shape;261;p9"/>
          <p:cNvSpPr txBox="1"/>
          <p:nvPr/>
        </p:nvSpPr>
        <p:spPr>
          <a:xfrm>
            <a:off x="762000" y="342900"/>
            <a:ext cx="1143000" cy="39624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E30613"/>
                </a:solidFill>
                <a:latin typeface="Antonio"/>
                <a:ea typeface="Antonio"/>
                <a:cs typeface="Antonio"/>
                <a:sym typeface="Antonio"/>
              </a:rPr>
              <a:t>07</a:t>
            </a:r>
            <a:endParaRPr/>
          </a:p>
        </p:txBody>
      </p:sp>
      <p:sp>
        <p:nvSpPr>
          <p:cNvPr id="262" name="Google Shape;262;p9"/>
          <p:cNvSpPr txBox="1"/>
          <p:nvPr/>
        </p:nvSpPr>
        <p:spPr>
          <a:xfrm>
            <a:off x="1556094" y="1529680"/>
            <a:ext cx="4867897" cy="10699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000" u="none" cap="none" strike="noStrike">
                <a:solidFill>
                  <a:srgbClr val="FFFFFF"/>
                </a:solidFill>
                <a:latin typeface="Antonio"/>
                <a:ea typeface="Antonio"/>
                <a:cs typeface="Antonio"/>
                <a:sym typeface="Antonio"/>
              </a:rPr>
              <a:t>Arquitectura</a:t>
            </a:r>
            <a:endParaRPr/>
          </a:p>
        </p:txBody>
      </p:sp>
      <p:grpSp>
        <p:nvGrpSpPr>
          <p:cNvPr id="263" name="Google Shape;263;p9"/>
          <p:cNvGrpSpPr/>
          <p:nvPr/>
        </p:nvGrpSpPr>
        <p:grpSpPr>
          <a:xfrm>
            <a:off x="1556094" y="2707183"/>
            <a:ext cx="4667250" cy="76200"/>
            <a:chOff x="0" y="-38100"/>
            <a:chExt cx="6223000" cy="101600"/>
          </a:xfrm>
        </p:grpSpPr>
        <p:sp>
          <p:nvSpPr>
            <p:cNvPr id="264" name="Google Shape;264;p9"/>
            <p:cNvSpPr/>
            <p:nvPr/>
          </p:nvSpPr>
          <p:spPr>
            <a:xfrm>
              <a:off x="0" y="0"/>
              <a:ext cx="6223000" cy="63500"/>
            </a:xfrm>
            <a:custGeom>
              <a:rect b="b" l="l" r="r" t="t"/>
              <a:pathLst>
                <a:path extrusionOk="0" h="63500" w="6223000">
                  <a:moveTo>
                    <a:pt x="0" y="0"/>
                  </a:moveTo>
                  <a:lnTo>
                    <a:pt x="6223000" y="0"/>
                  </a:lnTo>
                  <a:lnTo>
                    <a:pt x="6223000" y="63500"/>
                  </a:lnTo>
                  <a:lnTo>
                    <a:pt x="0" y="63500"/>
                  </a:lnTo>
                  <a:close/>
                </a:path>
              </a:pathLst>
            </a:custGeom>
            <a:solidFill>
              <a:srgbClr val="E30613"/>
            </a:solidFill>
            <a:ln>
              <a:noFill/>
            </a:ln>
          </p:spPr>
        </p:sp>
        <p:sp>
          <p:nvSpPr>
            <p:cNvPr id="265" name="Google Shape;265;p9"/>
            <p:cNvSpPr txBox="1"/>
            <p:nvPr/>
          </p:nvSpPr>
          <p:spPr>
            <a:xfrm>
              <a:off x="0" y="-38100"/>
              <a:ext cx="6223000" cy="1016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6" name="Google Shape;266;p9"/>
          <p:cNvGrpSpPr/>
          <p:nvPr/>
        </p:nvGrpSpPr>
        <p:grpSpPr>
          <a:xfrm>
            <a:off x="1556100" y="3607125"/>
            <a:ext cx="5781827" cy="3557081"/>
            <a:chOff x="0" y="-38100"/>
            <a:chExt cx="5842000" cy="3594100"/>
          </a:xfrm>
        </p:grpSpPr>
        <p:sp>
          <p:nvSpPr>
            <p:cNvPr id="267" name="Google Shape;267;p9"/>
            <p:cNvSpPr/>
            <p:nvPr/>
          </p:nvSpPr>
          <p:spPr>
            <a:xfrm>
              <a:off x="0" y="0"/>
              <a:ext cx="5842000" cy="3556000"/>
            </a:xfrm>
            <a:custGeom>
              <a:rect b="b" l="l" r="r" t="t"/>
              <a:pathLst>
                <a:path extrusionOk="0" h="3556000" w="5842000">
                  <a:moveTo>
                    <a:pt x="355600" y="0"/>
                  </a:moveTo>
                  <a:lnTo>
                    <a:pt x="5486400" y="0"/>
                  </a:lnTo>
                  <a:cubicBezTo>
                    <a:pt x="5682792" y="0"/>
                    <a:pt x="5842000" y="159208"/>
                    <a:pt x="5842000" y="355600"/>
                  </a:cubicBezTo>
                  <a:lnTo>
                    <a:pt x="5842000" y="3200400"/>
                  </a:lnTo>
                  <a:cubicBezTo>
                    <a:pt x="5842000" y="3396792"/>
                    <a:pt x="5682792" y="3556000"/>
                    <a:pt x="5486400" y="3556000"/>
                  </a:cubicBezTo>
                  <a:lnTo>
                    <a:pt x="355600" y="3556000"/>
                  </a:lnTo>
                  <a:cubicBezTo>
                    <a:pt x="159208" y="3556000"/>
                    <a:pt x="0" y="3396792"/>
                    <a:pt x="0" y="3200400"/>
                  </a:cubicBezTo>
                  <a:lnTo>
                    <a:pt x="0" y="355600"/>
                  </a:lnTo>
                  <a:cubicBezTo>
                    <a:pt x="0" y="159208"/>
                    <a:pt x="159208" y="0"/>
                    <a:pt x="355600" y="0"/>
                  </a:cubicBezTo>
                  <a:close/>
                </a:path>
              </a:pathLst>
            </a:custGeom>
            <a:solidFill>
              <a:srgbClr val="333333"/>
            </a:solidFill>
            <a:ln>
              <a:noFill/>
            </a:ln>
          </p:spPr>
          <p:txBody>
            <a:bodyPr anchorCtr="0" anchor="ctr" bIns="98450" lIns="98450" spcFirstLastPara="1" rIns="98450" wrap="square" tIns="98450">
              <a:noAutofit/>
            </a:bodyPr>
            <a:lstStyle/>
            <a:p>
              <a:pPr indent="0" lvl="0" marL="0" rtl="0" algn="l">
                <a:spcBef>
                  <a:spcPts val="0"/>
                </a:spcBef>
                <a:spcAft>
                  <a:spcPts val="0"/>
                </a:spcAft>
                <a:buNone/>
              </a:pPr>
              <a:r>
                <a:t/>
              </a:r>
              <a:endParaRPr/>
            </a:p>
          </p:txBody>
        </p:sp>
        <p:sp>
          <p:nvSpPr>
            <p:cNvPr id="268" name="Google Shape;268;p9"/>
            <p:cNvSpPr txBox="1"/>
            <p:nvPr/>
          </p:nvSpPr>
          <p:spPr>
            <a:xfrm>
              <a:off x="0" y="-38100"/>
              <a:ext cx="5842000" cy="3594100"/>
            </a:xfrm>
            <a:prstGeom prst="rect">
              <a:avLst/>
            </a:prstGeom>
            <a:noFill/>
            <a:ln>
              <a:noFill/>
            </a:ln>
          </p:spPr>
          <p:txBody>
            <a:bodyPr anchorCtr="0" anchor="ctr" bIns="54700" lIns="54700" spcFirstLastPara="1" rIns="54700" wrap="square" tIns="54700">
              <a:noAutofit/>
            </a:bodyPr>
            <a:lstStyle/>
            <a:p>
              <a:pPr indent="0" lvl="0" marL="0" marR="0" rtl="0" algn="l">
                <a:lnSpc>
                  <a:spcPct val="93277"/>
                </a:lnSpc>
                <a:spcBef>
                  <a:spcPts val="0"/>
                </a:spcBef>
                <a:spcAft>
                  <a:spcPts val="0"/>
                </a:spcAft>
                <a:buNone/>
              </a:pPr>
              <a:r>
                <a:t/>
              </a:r>
              <a:endParaRPr b="0" i="0" sz="1939" u="none" cap="none" strike="noStrike">
                <a:solidFill>
                  <a:schemeClr val="dk1"/>
                </a:solidFill>
                <a:latin typeface="Calibri"/>
                <a:ea typeface="Calibri"/>
                <a:cs typeface="Calibri"/>
                <a:sym typeface="Calibri"/>
              </a:endParaRPr>
            </a:p>
          </p:txBody>
        </p:sp>
      </p:grpSp>
      <p:grpSp>
        <p:nvGrpSpPr>
          <p:cNvPr id="269" name="Google Shape;269;p9"/>
          <p:cNvGrpSpPr/>
          <p:nvPr/>
        </p:nvGrpSpPr>
        <p:grpSpPr>
          <a:xfrm>
            <a:off x="1816849" y="3735297"/>
            <a:ext cx="78227" cy="3168190"/>
            <a:chOff x="0" y="-38100"/>
            <a:chExt cx="76200" cy="3086100"/>
          </a:xfrm>
        </p:grpSpPr>
        <p:sp>
          <p:nvSpPr>
            <p:cNvPr id="270" name="Google Shape;270;p9"/>
            <p:cNvSpPr/>
            <p:nvPr/>
          </p:nvSpPr>
          <p:spPr>
            <a:xfrm>
              <a:off x="0" y="0"/>
              <a:ext cx="76200" cy="3048000"/>
            </a:xfrm>
            <a:custGeom>
              <a:rect b="b" l="l" r="r" t="t"/>
              <a:pathLst>
                <a:path extrusionOk="0" h="3048000" w="76200">
                  <a:moveTo>
                    <a:pt x="0" y="0"/>
                  </a:moveTo>
                  <a:lnTo>
                    <a:pt x="76200" y="0"/>
                  </a:lnTo>
                  <a:lnTo>
                    <a:pt x="76200" y="3048000"/>
                  </a:lnTo>
                  <a:lnTo>
                    <a:pt x="0" y="3048000"/>
                  </a:lnTo>
                  <a:close/>
                </a:path>
              </a:pathLst>
            </a:custGeom>
            <a:solidFill>
              <a:srgbClr val="E30613"/>
            </a:solidFill>
            <a:ln>
              <a:noFill/>
            </a:ln>
          </p:spPr>
        </p:sp>
        <p:sp>
          <p:nvSpPr>
            <p:cNvPr id="271" name="Google Shape;271;p9"/>
            <p:cNvSpPr txBox="1"/>
            <p:nvPr/>
          </p:nvSpPr>
          <p:spPr>
            <a:xfrm>
              <a:off x="0" y="-38100"/>
              <a:ext cx="76200" cy="3086100"/>
            </a:xfrm>
            <a:prstGeom prst="rect">
              <a:avLst/>
            </a:prstGeom>
            <a:noFill/>
            <a:ln>
              <a:noFill/>
            </a:ln>
          </p:spPr>
          <p:txBody>
            <a:bodyPr anchorCtr="0" anchor="ctr" bIns="56750" lIns="56750" spcFirstLastPara="1" rIns="56750" wrap="square" tIns="56750">
              <a:noAutofit/>
            </a:bodyPr>
            <a:lstStyle/>
            <a:p>
              <a:pPr indent="0" lvl="0" marL="0" marR="0" rtl="0" algn="l">
                <a:lnSpc>
                  <a:spcPct val="93277"/>
                </a:lnSpc>
                <a:spcBef>
                  <a:spcPts val="0"/>
                </a:spcBef>
                <a:spcAft>
                  <a:spcPts val="0"/>
                </a:spcAft>
                <a:buNone/>
              </a:pPr>
              <a:r>
                <a:t/>
              </a:r>
              <a:endParaRPr b="0" i="0" sz="2011" u="none" cap="none" strike="noStrike">
                <a:solidFill>
                  <a:schemeClr val="dk1"/>
                </a:solidFill>
                <a:latin typeface="Calibri"/>
                <a:ea typeface="Calibri"/>
                <a:cs typeface="Calibri"/>
                <a:sym typeface="Calibri"/>
              </a:endParaRPr>
            </a:p>
          </p:txBody>
        </p:sp>
      </p:grpSp>
      <p:sp>
        <p:nvSpPr>
          <p:cNvPr id="272" name="Google Shape;272;p9"/>
          <p:cNvSpPr txBox="1"/>
          <p:nvPr/>
        </p:nvSpPr>
        <p:spPr>
          <a:xfrm>
            <a:off x="2184550" y="3903725"/>
            <a:ext cx="5153400" cy="431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800" u="none" cap="none" strike="noStrike">
                <a:solidFill>
                  <a:srgbClr val="FFFFFF"/>
                </a:solidFill>
                <a:latin typeface="Arial"/>
                <a:ea typeface="Arial"/>
                <a:cs typeface="Arial"/>
                <a:sym typeface="Arial"/>
              </a:rPr>
              <a:t>MVC (Model</a:t>
            </a:r>
            <a:r>
              <a:rPr b="1" lang="en-US" sz="2800">
                <a:solidFill>
                  <a:srgbClr val="FFFFFF"/>
                </a:solidFill>
              </a:rPr>
              <a:t> </a:t>
            </a:r>
            <a:r>
              <a:rPr b="1" i="0" lang="en-US" sz="2800" u="none" cap="none" strike="noStrike">
                <a:solidFill>
                  <a:srgbClr val="FFFFFF"/>
                </a:solidFill>
                <a:latin typeface="Arial"/>
                <a:ea typeface="Arial"/>
                <a:cs typeface="Arial"/>
                <a:sym typeface="Arial"/>
              </a:rPr>
              <a:t>View</a:t>
            </a:r>
            <a:r>
              <a:rPr b="1" lang="en-US" sz="2800">
                <a:solidFill>
                  <a:srgbClr val="FFFFFF"/>
                </a:solidFill>
              </a:rPr>
              <a:t> </a:t>
            </a:r>
            <a:r>
              <a:rPr b="1" i="0" lang="en-US" sz="2800" u="none" cap="none" strike="noStrike">
                <a:solidFill>
                  <a:srgbClr val="FFFFFF"/>
                </a:solidFill>
                <a:latin typeface="Arial"/>
                <a:ea typeface="Arial"/>
                <a:cs typeface="Arial"/>
                <a:sym typeface="Arial"/>
              </a:rPr>
              <a:t>Controller)</a:t>
            </a:r>
            <a:endParaRPr sz="2800"/>
          </a:p>
        </p:txBody>
      </p:sp>
      <p:sp>
        <p:nvSpPr>
          <p:cNvPr id="273" name="Google Shape;273;p9"/>
          <p:cNvSpPr txBox="1"/>
          <p:nvPr/>
        </p:nvSpPr>
        <p:spPr>
          <a:xfrm>
            <a:off x="2184547" y="4585723"/>
            <a:ext cx="4776300" cy="21813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lang="en-US" sz="2025">
                <a:solidFill>
                  <a:srgbClr val="FFFFFF"/>
                </a:solidFill>
              </a:rPr>
              <a:t>Se utilizará MVC para separar la interfaz, la lógica de negocio y la gestión de datos, permitiendo desarrollar una aplicación organizada y fácil de mantener. </a:t>
            </a:r>
            <a:endParaRPr sz="2025">
              <a:solidFill>
                <a:srgbClr val="FFFFFF"/>
              </a:solidFill>
            </a:endParaRPr>
          </a:p>
        </p:txBody>
      </p:sp>
      <p:pic>
        <p:nvPicPr>
          <p:cNvPr id="274" name="Google Shape;274;p9"/>
          <p:cNvPicPr preferRelativeResize="0"/>
          <p:nvPr/>
        </p:nvPicPr>
        <p:blipFill rotWithShape="1">
          <a:blip r:embed="rId3">
            <a:alphaModFix/>
          </a:blip>
          <a:srcRect b="0" l="0" r="0" t="0"/>
          <a:stretch/>
        </p:blipFill>
        <p:spPr>
          <a:xfrm>
            <a:off x="16001984" y="-868967"/>
            <a:ext cx="2286006" cy="2286006"/>
          </a:xfrm>
          <a:prstGeom prst="rect">
            <a:avLst/>
          </a:prstGeom>
          <a:noFill/>
          <a:ln>
            <a:noFill/>
          </a:ln>
        </p:spPr>
      </p:pic>
      <p:pic>
        <p:nvPicPr>
          <p:cNvPr id="275" name="Google Shape;275;p9"/>
          <p:cNvPicPr preferRelativeResize="0"/>
          <p:nvPr/>
        </p:nvPicPr>
        <p:blipFill>
          <a:blip r:embed="rId4">
            <a:alphaModFix/>
          </a:blip>
          <a:stretch>
            <a:fillRect/>
          </a:stretch>
        </p:blipFill>
        <p:spPr>
          <a:xfrm>
            <a:off x="10041699" y="2726275"/>
            <a:ext cx="7740625" cy="5186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24242"/>
            </a:gs>
            <a:gs pos="100000">
              <a:srgbClr val="010101"/>
            </a:gs>
          </a:gsLst>
          <a:lin ang="5400012" scaled="0"/>
        </a:gradFill>
      </p:bgPr>
    </p:bg>
    <p:spTree>
      <p:nvGrpSpPr>
        <p:cNvPr id="279" name="Shape 279"/>
        <p:cNvGrpSpPr/>
        <p:nvPr/>
      </p:nvGrpSpPr>
      <p:grpSpPr>
        <a:xfrm>
          <a:off x="0" y="0"/>
          <a:ext cx="0" cy="0"/>
          <a:chOff x="0" y="0"/>
          <a:chExt cx="0" cy="0"/>
        </a:xfrm>
      </p:grpSpPr>
      <p:grpSp>
        <p:nvGrpSpPr>
          <p:cNvPr id="280" name="Google Shape;280;g3f8c140b409_0_53"/>
          <p:cNvGrpSpPr/>
          <p:nvPr/>
        </p:nvGrpSpPr>
        <p:grpSpPr>
          <a:xfrm>
            <a:off x="650" y="-28575"/>
            <a:ext cx="9030113" cy="10315575"/>
            <a:chOff x="-154" y="-38100"/>
            <a:chExt cx="10414154" cy="13754100"/>
          </a:xfrm>
        </p:grpSpPr>
        <p:sp>
          <p:nvSpPr>
            <p:cNvPr id="281" name="Google Shape;281;g3f8c140b409_0_53"/>
            <p:cNvSpPr/>
            <p:nvPr/>
          </p:nvSpPr>
          <p:spPr>
            <a:xfrm>
              <a:off x="0" y="0"/>
              <a:ext cx="10414000" cy="13716000"/>
            </a:xfrm>
            <a:custGeom>
              <a:rect b="b" l="l" r="r" t="t"/>
              <a:pathLst>
                <a:path extrusionOk="0" h="13716000" w="10414000">
                  <a:moveTo>
                    <a:pt x="0" y="0"/>
                  </a:moveTo>
                  <a:lnTo>
                    <a:pt x="10414000" y="0"/>
                  </a:lnTo>
                  <a:lnTo>
                    <a:pt x="10414000" y="13716000"/>
                  </a:lnTo>
                  <a:lnTo>
                    <a:pt x="0" y="13716000"/>
                  </a:lnTo>
                  <a:close/>
                </a:path>
              </a:pathLst>
            </a:custGeom>
            <a:gradFill>
              <a:gsLst>
                <a:gs pos="0">
                  <a:srgbClr val="E30613"/>
                </a:gs>
                <a:gs pos="100000">
                  <a:srgbClr val="520B07"/>
                </a:gs>
              </a:gsLst>
              <a:lin ang="5400012" scaled="0"/>
            </a:gradFill>
            <a:ln>
              <a:noFill/>
            </a:ln>
          </p:spPr>
        </p:sp>
        <p:sp>
          <p:nvSpPr>
            <p:cNvPr id="282" name="Google Shape;282;g3f8c140b409_0_53"/>
            <p:cNvSpPr txBox="1"/>
            <p:nvPr/>
          </p:nvSpPr>
          <p:spPr>
            <a:xfrm>
              <a:off x="-154" y="-38100"/>
              <a:ext cx="5231400" cy="137541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83" name="Google Shape;283;g3f8c140b409_0_53"/>
          <p:cNvSpPr txBox="1"/>
          <p:nvPr/>
        </p:nvSpPr>
        <p:spPr>
          <a:xfrm>
            <a:off x="762000" y="342900"/>
            <a:ext cx="11430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chemeClr val="lt1"/>
                </a:solidFill>
                <a:latin typeface="Antonio"/>
                <a:ea typeface="Antonio"/>
                <a:cs typeface="Antonio"/>
                <a:sym typeface="Antonio"/>
              </a:rPr>
              <a:t>0</a:t>
            </a:r>
            <a:r>
              <a:rPr lang="en-US" sz="2400">
                <a:solidFill>
                  <a:schemeClr val="lt1"/>
                </a:solidFill>
                <a:latin typeface="Antonio"/>
                <a:ea typeface="Antonio"/>
                <a:cs typeface="Antonio"/>
                <a:sym typeface="Antonio"/>
              </a:rPr>
              <a:t>8</a:t>
            </a:r>
            <a:endParaRPr>
              <a:solidFill>
                <a:schemeClr val="lt1"/>
              </a:solidFill>
            </a:endParaRPr>
          </a:p>
        </p:txBody>
      </p:sp>
      <p:sp>
        <p:nvSpPr>
          <p:cNvPr id="284" name="Google Shape;284;g3f8c140b409_0_53"/>
          <p:cNvSpPr txBox="1"/>
          <p:nvPr/>
        </p:nvSpPr>
        <p:spPr>
          <a:xfrm>
            <a:off x="6441600" y="524525"/>
            <a:ext cx="5404800" cy="1231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8000">
                <a:solidFill>
                  <a:srgbClr val="FFFFFF"/>
                </a:solidFill>
                <a:latin typeface="Antonio"/>
                <a:ea typeface="Antonio"/>
                <a:cs typeface="Antonio"/>
                <a:sym typeface="Antonio"/>
              </a:rPr>
              <a:t>Competencias</a:t>
            </a:r>
            <a:endParaRPr/>
          </a:p>
        </p:txBody>
      </p:sp>
      <p:grpSp>
        <p:nvGrpSpPr>
          <p:cNvPr id="285" name="Google Shape;285;g3f8c140b409_0_53"/>
          <p:cNvGrpSpPr/>
          <p:nvPr/>
        </p:nvGrpSpPr>
        <p:grpSpPr>
          <a:xfrm flipH="1" rot="10800000">
            <a:off x="6582947" y="1648757"/>
            <a:ext cx="5153266" cy="84218"/>
            <a:chOff x="0" y="-38100"/>
            <a:chExt cx="6223000" cy="101700"/>
          </a:xfrm>
        </p:grpSpPr>
        <p:sp>
          <p:nvSpPr>
            <p:cNvPr id="286" name="Google Shape;286;g3f8c140b409_0_53"/>
            <p:cNvSpPr/>
            <p:nvPr/>
          </p:nvSpPr>
          <p:spPr>
            <a:xfrm>
              <a:off x="0" y="0"/>
              <a:ext cx="6223000" cy="63500"/>
            </a:xfrm>
            <a:custGeom>
              <a:rect b="b" l="l" r="r" t="t"/>
              <a:pathLst>
                <a:path extrusionOk="0" h="63500" w="6223000">
                  <a:moveTo>
                    <a:pt x="0" y="0"/>
                  </a:moveTo>
                  <a:lnTo>
                    <a:pt x="6223000" y="0"/>
                  </a:lnTo>
                  <a:lnTo>
                    <a:pt x="6223000" y="63500"/>
                  </a:lnTo>
                  <a:lnTo>
                    <a:pt x="0" y="63500"/>
                  </a:lnTo>
                  <a:close/>
                </a:path>
              </a:pathLst>
            </a:custGeom>
            <a:solidFill>
              <a:schemeClr val="lt1"/>
            </a:solidFill>
            <a:ln>
              <a:noFill/>
            </a:ln>
          </p:spPr>
        </p:sp>
        <p:sp>
          <p:nvSpPr>
            <p:cNvPr id="287" name="Google Shape;287;g3f8c140b409_0_53"/>
            <p:cNvSpPr txBox="1"/>
            <p:nvPr/>
          </p:nvSpPr>
          <p:spPr>
            <a:xfrm>
              <a:off x="0" y="-38100"/>
              <a:ext cx="6222900" cy="101700"/>
            </a:xfrm>
            <a:prstGeom prst="rect">
              <a:avLst/>
            </a:prstGeom>
            <a:solidFill>
              <a:schemeClr val="lt1"/>
            </a:solidFill>
            <a:ln>
              <a:noFill/>
            </a:ln>
          </p:spPr>
          <p:txBody>
            <a:bodyPr anchorCtr="0" anchor="ctr" bIns="56100" lIns="56100" spcFirstLastPara="1" rIns="56100" wrap="square" tIns="56100">
              <a:noAutofit/>
            </a:bodyPr>
            <a:lstStyle/>
            <a:p>
              <a:pPr indent="0" lvl="0" marL="0" marR="0" rtl="0" algn="l">
                <a:lnSpc>
                  <a:spcPct val="93277"/>
                </a:lnSpc>
                <a:spcBef>
                  <a:spcPts val="0"/>
                </a:spcBef>
                <a:spcAft>
                  <a:spcPts val="0"/>
                </a:spcAft>
                <a:buNone/>
              </a:pPr>
              <a:r>
                <a:t/>
              </a:r>
              <a:endParaRPr b="0" i="0" sz="1987" u="none" cap="none" strike="noStrike">
                <a:solidFill>
                  <a:schemeClr val="dk1"/>
                </a:solidFill>
                <a:latin typeface="Calibri"/>
                <a:ea typeface="Calibri"/>
                <a:cs typeface="Calibri"/>
                <a:sym typeface="Calibri"/>
              </a:endParaRPr>
            </a:p>
          </p:txBody>
        </p:sp>
      </p:grpSp>
      <p:grpSp>
        <p:nvGrpSpPr>
          <p:cNvPr id="288" name="Google Shape;288;g3f8c140b409_0_53"/>
          <p:cNvGrpSpPr/>
          <p:nvPr/>
        </p:nvGrpSpPr>
        <p:grpSpPr>
          <a:xfrm>
            <a:off x="1905000" y="2931800"/>
            <a:ext cx="5781827" cy="3557081"/>
            <a:chOff x="0" y="-38100"/>
            <a:chExt cx="5842000" cy="3594100"/>
          </a:xfrm>
        </p:grpSpPr>
        <p:sp>
          <p:nvSpPr>
            <p:cNvPr id="289" name="Google Shape;289;g3f8c140b409_0_53"/>
            <p:cNvSpPr/>
            <p:nvPr/>
          </p:nvSpPr>
          <p:spPr>
            <a:xfrm>
              <a:off x="0" y="0"/>
              <a:ext cx="5842000" cy="3556000"/>
            </a:xfrm>
            <a:custGeom>
              <a:rect b="b" l="l" r="r" t="t"/>
              <a:pathLst>
                <a:path extrusionOk="0" h="3556000" w="5842000">
                  <a:moveTo>
                    <a:pt x="355600" y="0"/>
                  </a:moveTo>
                  <a:lnTo>
                    <a:pt x="5486400" y="0"/>
                  </a:lnTo>
                  <a:cubicBezTo>
                    <a:pt x="5682792" y="0"/>
                    <a:pt x="5842000" y="159208"/>
                    <a:pt x="5842000" y="355600"/>
                  </a:cubicBezTo>
                  <a:lnTo>
                    <a:pt x="5842000" y="3200400"/>
                  </a:lnTo>
                  <a:cubicBezTo>
                    <a:pt x="5842000" y="3396792"/>
                    <a:pt x="5682792" y="3556000"/>
                    <a:pt x="5486400" y="3556000"/>
                  </a:cubicBezTo>
                  <a:lnTo>
                    <a:pt x="355600" y="3556000"/>
                  </a:lnTo>
                  <a:cubicBezTo>
                    <a:pt x="159208" y="3556000"/>
                    <a:pt x="0" y="3396792"/>
                    <a:pt x="0" y="3200400"/>
                  </a:cubicBezTo>
                  <a:lnTo>
                    <a:pt x="0" y="355600"/>
                  </a:lnTo>
                  <a:cubicBezTo>
                    <a:pt x="0" y="159208"/>
                    <a:pt x="159208" y="0"/>
                    <a:pt x="355600" y="0"/>
                  </a:cubicBezTo>
                  <a:close/>
                </a:path>
              </a:pathLst>
            </a:custGeom>
            <a:solidFill>
              <a:srgbClr val="333333"/>
            </a:solidFill>
            <a:ln>
              <a:noFill/>
            </a:ln>
          </p:spPr>
          <p:txBody>
            <a:bodyPr anchorCtr="0" anchor="ctr" bIns="98450" lIns="98450" spcFirstLastPara="1" rIns="98450" wrap="square" tIns="98450">
              <a:noAutofit/>
            </a:bodyPr>
            <a:lstStyle/>
            <a:p>
              <a:pPr indent="0" lvl="0" marL="0" rtl="0" algn="l">
                <a:spcBef>
                  <a:spcPts val="0"/>
                </a:spcBef>
                <a:spcAft>
                  <a:spcPts val="0"/>
                </a:spcAft>
                <a:buNone/>
              </a:pPr>
              <a:r>
                <a:t/>
              </a:r>
              <a:endParaRPr/>
            </a:p>
          </p:txBody>
        </p:sp>
        <p:sp>
          <p:nvSpPr>
            <p:cNvPr id="290" name="Google Shape;290;g3f8c140b409_0_53"/>
            <p:cNvSpPr txBox="1"/>
            <p:nvPr/>
          </p:nvSpPr>
          <p:spPr>
            <a:xfrm>
              <a:off x="0" y="-38100"/>
              <a:ext cx="5841900" cy="3594000"/>
            </a:xfrm>
            <a:prstGeom prst="rect">
              <a:avLst/>
            </a:prstGeom>
            <a:noFill/>
            <a:ln>
              <a:noFill/>
            </a:ln>
          </p:spPr>
          <p:txBody>
            <a:bodyPr anchorCtr="0" anchor="ctr" bIns="54700" lIns="54700" spcFirstLastPara="1" rIns="54700" wrap="square" tIns="54700">
              <a:noAutofit/>
            </a:bodyPr>
            <a:lstStyle/>
            <a:p>
              <a:pPr indent="0" lvl="0" marL="0" marR="0" rtl="0" algn="l">
                <a:lnSpc>
                  <a:spcPct val="93277"/>
                </a:lnSpc>
                <a:spcBef>
                  <a:spcPts val="0"/>
                </a:spcBef>
                <a:spcAft>
                  <a:spcPts val="0"/>
                </a:spcAft>
                <a:buNone/>
              </a:pPr>
              <a:r>
                <a:t/>
              </a:r>
              <a:endParaRPr b="0" i="0" sz="1939" u="none" cap="none" strike="noStrike">
                <a:solidFill>
                  <a:schemeClr val="dk1"/>
                </a:solidFill>
                <a:latin typeface="Calibri"/>
                <a:ea typeface="Calibri"/>
                <a:cs typeface="Calibri"/>
                <a:sym typeface="Calibri"/>
              </a:endParaRPr>
            </a:p>
          </p:txBody>
        </p:sp>
      </p:grpSp>
      <p:grpSp>
        <p:nvGrpSpPr>
          <p:cNvPr id="291" name="Google Shape;291;g3f8c140b409_0_53"/>
          <p:cNvGrpSpPr/>
          <p:nvPr/>
        </p:nvGrpSpPr>
        <p:grpSpPr>
          <a:xfrm>
            <a:off x="2165749" y="3059972"/>
            <a:ext cx="78227" cy="3168190"/>
            <a:chOff x="0" y="-38100"/>
            <a:chExt cx="76200" cy="3086100"/>
          </a:xfrm>
        </p:grpSpPr>
        <p:sp>
          <p:nvSpPr>
            <p:cNvPr id="292" name="Google Shape;292;g3f8c140b409_0_53"/>
            <p:cNvSpPr/>
            <p:nvPr/>
          </p:nvSpPr>
          <p:spPr>
            <a:xfrm>
              <a:off x="0" y="0"/>
              <a:ext cx="76200" cy="3048000"/>
            </a:xfrm>
            <a:custGeom>
              <a:rect b="b" l="l" r="r" t="t"/>
              <a:pathLst>
                <a:path extrusionOk="0" h="3048000" w="76200">
                  <a:moveTo>
                    <a:pt x="0" y="0"/>
                  </a:moveTo>
                  <a:lnTo>
                    <a:pt x="76200" y="0"/>
                  </a:lnTo>
                  <a:lnTo>
                    <a:pt x="76200" y="3048000"/>
                  </a:lnTo>
                  <a:lnTo>
                    <a:pt x="0" y="3048000"/>
                  </a:lnTo>
                  <a:close/>
                </a:path>
              </a:pathLst>
            </a:custGeom>
            <a:solidFill>
              <a:srgbClr val="E30613"/>
            </a:solidFill>
            <a:ln>
              <a:noFill/>
            </a:ln>
          </p:spPr>
        </p:sp>
        <p:sp>
          <p:nvSpPr>
            <p:cNvPr id="293" name="Google Shape;293;g3f8c140b409_0_53"/>
            <p:cNvSpPr txBox="1"/>
            <p:nvPr/>
          </p:nvSpPr>
          <p:spPr>
            <a:xfrm>
              <a:off x="0" y="-38100"/>
              <a:ext cx="76200" cy="3086100"/>
            </a:xfrm>
            <a:prstGeom prst="rect">
              <a:avLst/>
            </a:prstGeom>
            <a:noFill/>
            <a:ln>
              <a:noFill/>
            </a:ln>
          </p:spPr>
          <p:txBody>
            <a:bodyPr anchorCtr="0" anchor="ctr" bIns="56750" lIns="56750" spcFirstLastPara="1" rIns="56750" wrap="square" tIns="56750">
              <a:noAutofit/>
            </a:bodyPr>
            <a:lstStyle/>
            <a:p>
              <a:pPr indent="0" lvl="0" marL="0" marR="0" rtl="0" algn="l">
                <a:lnSpc>
                  <a:spcPct val="93277"/>
                </a:lnSpc>
                <a:spcBef>
                  <a:spcPts val="0"/>
                </a:spcBef>
                <a:spcAft>
                  <a:spcPts val="0"/>
                </a:spcAft>
                <a:buNone/>
              </a:pPr>
              <a:r>
                <a:t/>
              </a:r>
              <a:endParaRPr b="0" i="0" sz="2011" u="none" cap="none" strike="noStrike">
                <a:solidFill>
                  <a:schemeClr val="dk1"/>
                </a:solidFill>
                <a:latin typeface="Calibri"/>
                <a:ea typeface="Calibri"/>
                <a:cs typeface="Calibri"/>
                <a:sym typeface="Calibri"/>
              </a:endParaRPr>
            </a:p>
          </p:txBody>
        </p:sp>
      </p:grpSp>
      <p:sp>
        <p:nvSpPr>
          <p:cNvPr id="294" name="Google Shape;294;g3f8c140b409_0_53"/>
          <p:cNvSpPr txBox="1"/>
          <p:nvPr/>
        </p:nvSpPr>
        <p:spPr>
          <a:xfrm>
            <a:off x="2533450" y="3228400"/>
            <a:ext cx="4518300" cy="431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2800">
                <a:solidFill>
                  <a:srgbClr val="FFFFFF"/>
                </a:solidFill>
              </a:rPr>
              <a:t>Tecnicas</a:t>
            </a:r>
            <a:endParaRPr sz="2800"/>
          </a:p>
        </p:txBody>
      </p:sp>
      <p:sp>
        <p:nvSpPr>
          <p:cNvPr id="295" name="Google Shape;295;g3f8c140b409_0_53"/>
          <p:cNvSpPr txBox="1"/>
          <p:nvPr/>
        </p:nvSpPr>
        <p:spPr>
          <a:xfrm>
            <a:off x="2533447" y="3910398"/>
            <a:ext cx="4776300" cy="2181300"/>
          </a:xfrm>
          <a:prstGeom prst="rect">
            <a:avLst/>
          </a:prstGeom>
          <a:noFill/>
          <a:ln>
            <a:noFill/>
          </a:ln>
        </p:spPr>
        <p:txBody>
          <a:bodyPr anchorCtr="0" anchor="t" bIns="0" lIns="0" spcFirstLastPara="1" rIns="0" wrap="square" tIns="0">
            <a:spAutoFit/>
          </a:bodyPr>
          <a:lstStyle/>
          <a:p>
            <a:pPr indent="-357158" lvl="0" marL="457200" marR="0" rtl="0" algn="just">
              <a:lnSpc>
                <a:spcPct val="150000"/>
              </a:lnSpc>
              <a:spcBef>
                <a:spcPts val="0"/>
              </a:spcBef>
              <a:spcAft>
                <a:spcPts val="0"/>
              </a:spcAft>
              <a:buClr>
                <a:srgbClr val="FFFFFF"/>
              </a:buClr>
              <a:buSzPts val="2025"/>
              <a:buChar char="●"/>
            </a:pPr>
            <a:r>
              <a:rPr lang="en-US" sz="2025">
                <a:solidFill>
                  <a:srgbClr val="FFFFFF"/>
                </a:solidFill>
              </a:rPr>
              <a:t>Gestión de proyectos.</a:t>
            </a:r>
            <a:endParaRPr sz="2025">
              <a:solidFill>
                <a:srgbClr val="FFFFFF"/>
              </a:solidFill>
            </a:endParaRPr>
          </a:p>
          <a:p>
            <a:pPr indent="-357158" lvl="0" marL="457200" marR="0" rtl="0" algn="just">
              <a:lnSpc>
                <a:spcPct val="150000"/>
              </a:lnSpc>
              <a:spcBef>
                <a:spcPts val="0"/>
              </a:spcBef>
              <a:spcAft>
                <a:spcPts val="0"/>
              </a:spcAft>
              <a:buClr>
                <a:srgbClr val="FFFFFF"/>
              </a:buClr>
              <a:buSzPts val="2025"/>
              <a:buChar char="●"/>
            </a:pPr>
            <a:r>
              <a:rPr lang="en-US" sz="2025">
                <a:solidFill>
                  <a:srgbClr val="FFFFFF"/>
                </a:solidFill>
              </a:rPr>
              <a:t>Desarrollo de software.</a:t>
            </a:r>
            <a:endParaRPr sz="2025">
              <a:solidFill>
                <a:srgbClr val="FFFFFF"/>
              </a:solidFill>
            </a:endParaRPr>
          </a:p>
          <a:p>
            <a:pPr indent="-357158" lvl="0" marL="457200" marR="0" rtl="0" algn="just">
              <a:lnSpc>
                <a:spcPct val="150000"/>
              </a:lnSpc>
              <a:spcBef>
                <a:spcPts val="0"/>
              </a:spcBef>
              <a:spcAft>
                <a:spcPts val="0"/>
              </a:spcAft>
              <a:buClr>
                <a:srgbClr val="FFFFFF"/>
              </a:buClr>
              <a:buSzPts val="2025"/>
              <a:buChar char="●"/>
            </a:pPr>
            <a:r>
              <a:rPr lang="en-US" sz="2025">
                <a:solidFill>
                  <a:srgbClr val="FFFFFF"/>
                </a:solidFill>
              </a:rPr>
              <a:t>Modelamiento base de datos.</a:t>
            </a:r>
            <a:endParaRPr sz="2025">
              <a:solidFill>
                <a:srgbClr val="FFFFFF"/>
              </a:solidFill>
            </a:endParaRPr>
          </a:p>
          <a:p>
            <a:pPr indent="-357158" lvl="0" marL="457200" marR="0" rtl="0" algn="just">
              <a:lnSpc>
                <a:spcPct val="150000"/>
              </a:lnSpc>
              <a:spcBef>
                <a:spcPts val="0"/>
              </a:spcBef>
              <a:spcAft>
                <a:spcPts val="0"/>
              </a:spcAft>
              <a:buClr>
                <a:srgbClr val="FFFFFF"/>
              </a:buClr>
              <a:buSzPts val="2025"/>
              <a:buChar char="●"/>
            </a:pPr>
            <a:r>
              <a:rPr lang="en-US" sz="2025">
                <a:solidFill>
                  <a:srgbClr val="FFFFFF"/>
                </a:solidFill>
              </a:rPr>
              <a:t>Consumo de API’s.</a:t>
            </a:r>
            <a:endParaRPr sz="2025">
              <a:solidFill>
                <a:srgbClr val="FFFFFF"/>
              </a:solidFill>
            </a:endParaRPr>
          </a:p>
          <a:p>
            <a:pPr indent="-357158" lvl="0" marL="457200" marR="0" rtl="0" algn="just">
              <a:lnSpc>
                <a:spcPct val="150000"/>
              </a:lnSpc>
              <a:spcBef>
                <a:spcPts val="0"/>
              </a:spcBef>
              <a:spcAft>
                <a:spcPts val="0"/>
              </a:spcAft>
              <a:buClr>
                <a:srgbClr val="FFFFFF"/>
              </a:buClr>
              <a:buSzPts val="2025"/>
              <a:buChar char="●"/>
            </a:pPr>
            <a:r>
              <a:rPr lang="en-US" sz="2025">
                <a:solidFill>
                  <a:srgbClr val="FFFFFF"/>
                </a:solidFill>
              </a:rPr>
              <a:t>Diseño de prototipo.</a:t>
            </a:r>
            <a:endParaRPr sz="2025">
              <a:solidFill>
                <a:srgbClr val="FFFFFF"/>
              </a:solidFill>
            </a:endParaRPr>
          </a:p>
        </p:txBody>
      </p:sp>
      <p:pic>
        <p:nvPicPr>
          <p:cNvPr id="296" name="Google Shape;296;g3f8c140b409_0_53"/>
          <p:cNvPicPr preferRelativeResize="0"/>
          <p:nvPr/>
        </p:nvPicPr>
        <p:blipFill rotWithShape="1">
          <a:blip r:embed="rId3">
            <a:alphaModFix/>
          </a:blip>
          <a:srcRect b="0" l="0" r="0" t="0"/>
          <a:stretch/>
        </p:blipFill>
        <p:spPr>
          <a:xfrm>
            <a:off x="16001984" y="-868967"/>
            <a:ext cx="2286006" cy="2286006"/>
          </a:xfrm>
          <a:prstGeom prst="rect">
            <a:avLst/>
          </a:prstGeom>
          <a:noFill/>
          <a:ln>
            <a:noFill/>
          </a:ln>
        </p:spPr>
      </p:pic>
      <p:grpSp>
        <p:nvGrpSpPr>
          <p:cNvPr id="297" name="Google Shape;297;g3f8c140b409_0_53"/>
          <p:cNvGrpSpPr/>
          <p:nvPr/>
        </p:nvGrpSpPr>
        <p:grpSpPr>
          <a:xfrm>
            <a:off x="9910075" y="2865525"/>
            <a:ext cx="5781827" cy="3557081"/>
            <a:chOff x="0" y="-38100"/>
            <a:chExt cx="5842000" cy="3594100"/>
          </a:xfrm>
        </p:grpSpPr>
        <p:sp>
          <p:nvSpPr>
            <p:cNvPr id="298" name="Google Shape;298;g3f8c140b409_0_53"/>
            <p:cNvSpPr/>
            <p:nvPr/>
          </p:nvSpPr>
          <p:spPr>
            <a:xfrm>
              <a:off x="0" y="0"/>
              <a:ext cx="5842000" cy="3556000"/>
            </a:xfrm>
            <a:custGeom>
              <a:rect b="b" l="l" r="r" t="t"/>
              <a:pathLst>
                <a:path extrusionOk="0" h="3556000" w="5842000">
                  <a:moveTo>
                    <a:pt x="355600" y="0"/>
                  </a:moveTo>
                  <a:lnTo>
                    <a:pt x="5486400" y="0"/>
                  </a:lnTo>
                  <a:cubicBezTo>
                    <a:pt x="5682792" y="0"/>
                    <a:pt x="5842000" y="159208"/>
                    <a:pt x="5842000" y="355600"/>
                  </a:cubicBezTo>
                  <a:lnTo>
                    <a:pt x="5842000" y="3200400"/>
                  </a:lnTo>
                  <a:cubicBezTo>
                    <a:pt x="5842000" y="3396792"/>
                    <a:pt x="5682792" y="3556000"/>
                    <a:pt x="5486400" y="3556000"/>
                  </a:cubicBezTo>
                  <a:lnTo>
                    <a:pt x="355600" y="3556000"/>
                  </a:lnTo>
                  <a:cubicBezTo>
                    <a:pt x="159208" y="3556000"/>
                    <a:pt x="0" y="3396792"/>
                    <a:pt x="0" y="3200400"/>
                  </a:cubicBezTo>
                  <a:lnTo>
                    <a:pt x="0" y="355600"/>
                  </a:lnTo>
                  <a:cubicBezTo>
                    <a:pt x="0" y="159208"/>
                    <a:pt x="159208" y="0"/>
                    <a:pt x="355600" y="0"/>
                  </a:cubicBezTo>
                  <a:close/>
                </a:path>
              </a:pathLst>
            </a:custGeom>
            <a:gradFill>
              <a:gsLst>
                <a:gs pos="0">
                  <a:srgbClr val="E30613"/>
                </a:gs>
                <a:gs pos="100000">
                  <a:srgbClr val="520B07"/>
                </a:gs>
              </a:gsLst>
              <a:lin ang="5400700" scaled="0"/>
            </a:gradFill>
            <a:ln>
              <a:noFill/>
            </a:ln>
          </p:spPr>
          <p:txBody>
            <a:bodyPr anchorCtr="0" anchor="ctr" bIns="98450" lIns="98450" spcFirstLastPara="1" rIns="98450" wrap="square" tIns="98450">
              <a:noAutofit/>
            </a:bodyPr>
            <a:lstStyle/>
            <a:p>
              <a:pPr indent="0" lvl="0" marL="0" rtl="0" algn="l">
                <a:spcBef>
                  <a:spcPts val="0"/>
                </a:spcBef>
                <a:spcAft>
                  <a:spcPts val="0"/>
                </a:spcAft>
                <a:buNone/>
              </a:pPr>
              <a:r>
                <a:t/>
              </a:r>
              <a:endParaRPr/>
            </a:p>
          </p:txBody>
        </p:sp>
        <p:sp>
          <p:nvSpPr>
            <p:cNvPr id="299" name="Google Shape;299;g3f8c140b409_0_53"/>
            <p:cNvSpPr txBox="1"/>
            <p:nvPr/>
          </p:nvSpPr>
          <p:spPr>
            <a:xfrm>
              <a:off x="0" y="-38100"/>
              <a:ext cx="5841900" cy="3594000"/>
            </a:xfrm>
            <a:prstGeom prst="rect">
              <a:avLst/>
            </a:prstGeom>
            <a:gradFill>
              <a:gsLst>
                <a:gs pos="0">
                  <a:srgbClr val="E30613"/>
                </a:gs>
                <a:gs pos="100000">
                  <a:srgbClr val="520B07"/>
                </a:gs>
              </a:gsLst>
              <a:lin ang="5400700" scaled="0"/>
            </a:gradFill>
            <a:ln>
              <a:noFill/>
            </a:ln>
          </p:spPr>
          <p:txBody>
            <a:bodyPr anchorCtr="0" anchor="ctr" bIns="54700" lIns="54700" spcFirstLastPara="1" rIns="54700" wrap="square" tIns="54700">
              <a:noAutofit/>
            </a:bodyPr>
            <a:lstStyle/>
            <a:p>
              <a:pPr indent="0" lvl="0" marL="0" marR="0" rtl="0" algn="l">
                <a:lnSpc>
                  <a:spcPct val="93277"/>
                </a:lnSpc>
                <a:spcBef>
                  <a:spcPts val="0"/>
                </a:spcBef>
                <a:spcAft>
                  <a:spcPts val="0"/>
                </a:spcAft>
                <a:buNone/>
              </a:pPr>
              <a:r>
                <a:t/>
              </a:r>
              <a:endParaRPr b="0" i="0" sz="1939" u="none" cap="none" strike="noStrike">
                <a:solidFill>
                  <a:schemeClr val="dk1"/>
                </a:solidFill>
                <a:latin typeface="Calibri"/>
                <a:ea typeface="Calibri"/>
                <a:cs typeface="Calibri"/>
                <a:sym typeface="Calibri"/>
              </a:endParaRPr>
            </a:p>
          </p:txBody>
        </p:sp>
      </p:grpSp>
      <p:grpSp>
        <p:nvGrpSpPr>
          <p:cNvPr id="300" name="Google Shape;300;g3f8c140b409_0_53"/>
          <p:cNvGrpSpPr/>
          <p:nvPr/>
        </p:nvGrpSpPr>
        <p:grpSpPr>
          <a:xfrm>
            <a:off x="10170824" y="2993697"/>
            <a:ext cx="78227" cy="3168190"/>
            <a:chOff x="0" y="-38100"/>
            <a:chExt cx="76200" cy="3086100"/>
          </a:xfrm>
        </p:grpSpPr>
        <p:sp>
          <p:nvSpPr>
            <p:cNvPr id="301" name="Google Shape;301;g3f8c140b409_0_53"/>
            <p:cNvSpPr/>
            <p:nvPr/>
          </p:nvSpPr>
          <p:spPr>
            <a:xfrm>
              <a:off x="0" y="0"/>
              <a:ext cx="76200" cy="3048000"/>
            </a:xfrm>
            <a:custGeom>
              <a:rect b="b" l="l" r="r" t="t"/>
              <a:pathLst>
                <a:path extrusionOk="0" h="3048000" w="76200">
                  <a:moveTo>
                    <a:pt x="0" y="0"/>
                  </a:moveTo>
                  <a:lnTo>
                    <a:pt x="76200" y="0"/>
                  </a:lnTo>
                  <a:lnTo>
                    <a:pt x="76200" y="3048000"/>
                  </a:lnTo>
                  <a:lnTo>
                    <a:pt x="0" y="3048000"/>
                  </a:lnTo>
                  <a:close/>
                </a:path>
              </a:pathLst>
            </a:custGeom>
            <a:solidFill>
              <a:schemeClr val="lt1"/>
            </a:solidFill>
            <a:ln>
              <a:noFill/>
            </a:ln>
          </p:spPr>
        </p:sp>
        <p:sp>
          <p:nvSpPr>
            <p:cNvPr id="302" name="Google Shape;302;g3f8c140b409_0_53"/>
            <p:cNvSpPr txBox="1"/>
            <p:nvPr/>
          </p:nvSpPr>
          <p:spPr>
            <a:xfrm>
              <a:off x="0" y="-38100"/>
              <a:ext cx="76200" cy="3086100"/>
            </a:xfrm>
            <a:prstGeom prst="rect">
              <a:avLst/>
            </a:prstGeom>
            <a:solidFill>
              <a:schemeClr val="lt1"/>
            </a:solidFill>
            <a:ln>
              <a:noFill/>
            </a:ln>
          </p:spPr>
          <p:txBody>
            <a:bodyPr anchorCtr="0" anchor="ctr" bIns="56750" lIns="56750" spcFirstLastPara="1" rIns="56750" wrap="square" tIns="56750">
              <a:noAutofit/>
            </a:bodyPr>
            <a:lstStyle/>
            <a:p>
              <a:pPr indent="0" lvl="0" marL="0" marR="0" rtl="0" algn="l">
                <a:lnSpc>
                  <a:spcPct val="93277"/>
                </a:lnSpc>
                <a:spcBef>
                  <a:spcPts val="0"/>
                </a:spcBef>
                <a:spcAft>
                  <a:spcPts val="0"/>
                </a:spcAft>
                <a:buNone/>
              </a:pPr>
              <a:r>
                <a:t/>
              </a:r>
              <a:endParaRPr b="0" i="0" sz="2011" u="none" cap="none" strike="noStrike">
                <a:solidFill>
                  <a:schemeClr val="dk1"/>
                </a:solidFill>
                <a:latin typeface="Calibri"/>
                <a:ea typeface="Calibri"/>
                <a:cs typeface="Calibri"/>
                <a:sym typeface="Calibri"/>
              </a:endParaRPr>
            </a:p>
          </p:txBody>
        </p:sp>
      </p:grpSp>
      <p:sp>
        <p:nvSpPr>
          <p:cNvPr id="303" name="Google Shape;303;g3f8c140b409_0_53"/>
          <p:cNvSpPr txBox="1"/>
          <p:nvPr/>
        </p:nvSpPr>
        <p:spPr>
          <a:xfrm>
            <a:off x="10538525" y="3162125"/>
            <a:ext cx="4518300" cy="4311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lang="en-US" sz="2800">
                <a:solidFill>
                  <a:schemeClr val="lt1"/>
                </a:solidFill>
              </a:rPr>
              <a:t>Blandas</a:t>
            </a:r>
            <a:endParaRPr sz="2800">
              <a:solidFill>
                <a:schemeClr val="lt1"/>
              </a:solidFill>
            </a:endParaRPr>
          </a:p>
        </p:txBody>
      </p:sp>
      <p:sp>
        <p:nvSpPr>
          <p:cNvPr id="304" name="Google Shape;304;g3f8c140b409_0_53"/>
          <p:cNvSpPr txBox="1"/>
          <p:nvPr/>
        </p:nvSpPr>
        <p:spPr>
          <a:xfrm>
            <a:off x="10538522" y="3844123"/>
            <a:ext cx="4776300" cy="1713900"/>
          </a:xfrm>
          <a:prstGeom prst="rect">
            <a:avLst/>
          </a:prstGeom>
          <a:noFill/>
          <a:ln>
            <a:noFill/>
          </a:ln>
        </p:spPr>
        <p:txBody>
          <a:bodyPr anchorCtr="0" anchor="t" bIns="0" lIns="0" spcFirstLastPara="1" rIns="0" wrap="square" tIns="0">
            <a:spAutoFit/>
          </a:bodyPr>
          <a:lstStyle/>
          <a:p>
            <a:pPr indent="-357158" lvl="0" marL="457200" marR="0" rtl="0" algn="just">
              <a:lnSpc>
                <a:spcPct val="150000"/>
              </a:lnSpc>
              <a:spcBef>
                <a:spcPts val="0"/>
              </a:spcBef>
              <a:spcAft>
                <a:spcPts val="0"/>
              </a:spcAft>
              <a:buClr>
                <a:schemeClr val="lt1"/>
              </a:buClr>
              <a:buSzPts val="2025"/>
              <a:buChar char="●"/>
            </a:pPr>
            <a:r>
              <a:rPr lang="en-US" sz="2025">
                <a:solidFill>
                  <a:schemeClr val="lt1"/>
                </a:solidFill>
              </a:rPr>
              <a:t>Comunicación efectiva.</a:t>
            </a:r>
            <a:endParaRPr sz="2025">
              <a:solidFill>
                <a:schemeClr val="lt1"/>
              </a:solidFill>
            </a:endParaRPr>
          </a:p>
          <a:p>
            <a:pPr indent="-357158" lvl="0" marL="457200" marR="0" rtl="0" algn="just">
              <a:lnSpc>
                <a:spcPct val="150000"/>
              </a:lnSpc>
              <a:spcBef>
                <a:spcPts val="0"/>
              </a:spcBef>
              <a:spcAft>
                <a:spcPts val="0"/>
              </a:spcAft>
              <a:buClr>
                <a:schemeClr val="lt1"/>
              </a:buClr>
              <a:buSzPts val="2025"/>
              <a:buChar char="●"/>
            </a:pPr>
            <a:r>
              <a:rPr lang="en-US" sz="2025">
                <a:solidFill>
                  <a:schemeClr val="lt1"/>
                </a:solidFill>
              </a:rPr>
              <a:t>Responsabilidad</a:t>
            </a:r>
            <a:r>
              <a:rPr lang="en-US" sz="2025">
                <a:solidFill>
                  <a:schemeClr val="lt1"/>
                </a:solidFill>
              </a:rPr>
              <a:t>.</a:t>
            </a:r>
            <a:endParaRPr sz="2025">
              <a:solidFill>
                <a:schemeClr val="lt1"/>
              </a:solidFill>
            </a:endParaRPr>
          </a:p>
          <a:p>
            <a:pPr indent="-357158" lvl="0" marL="457200" marR="0" rtl="0" algn="just">
              <a:lnSpc>
                <a:spcPct val="150000"/>
              </a:lnSpc>
              <a:spcBef>
                <a:spcPts val="0"/>
              </a:spcBef>
              <a:spcAft>
                <a:spcPts val="0"/>
              </a:spcAft>
              <a:buClr>
                <a:schemeClr val="lt1"/>
              </a:buClr>
              <a:buSzPts val="2025"/>
              <a:buChar char="●"/>
            </a:pPr>
            <a:r>
              <a:rPr lang="en-US" sz="2025">
                <a:solidFill>
                  <a:schemeClr val="lt1"/>
                </a:solidFill>
              </a:rPr>
              <a:t>Productividad.</a:t>
            </a:r>
            <a:endParaRPr sz="2025">
              <a:solidFill>
                <a:schemeClr val="lt1"/>
              </a:solidFill>
            </a:endParaRPr>
          </a:p>
          <a:p>
            <a:pPr indent="-357158" lvl="0" marL="457200" marR="0" rtl="0" algn="just">
              <a:lnSpc>
                <a:spcPct val="150000"/>
              </a:lnSpc>
              <a:spcBef>
                <a:spcPts val="0"/>
              </a:spcBef>
              <a:spcAft>
                <a:spcPts val="0"/>
              </a:spcAft>
              <a:buClr>
                <a:schemeClr val="lt1"/>
              </a:buClr>
              <a:buSzPts val="2025"/>
              <a:buChar char="●"/>
            </a:pPr>
            <a:r>
              <a:rPr lang="en-US" sz="2025">
                <a:solidFill>
                  <a:schemeClr val="lt1"/>
                </a:solidFill>
              </a:rPr>
              <a:t>Trabajo en equipo.</a:t>
            </a:r>
            <a:endParaRPr sz="2025">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grpSp>
        <p:nvGrpSpPr>
          <p:cNvPr id="309" name="Google Shape;309;p10"/>
          <p:cNvGrpSpPr/>
          <p:nvPr/>
        </p:nvGrpSpPr>
        <p:grpSpPr>
          <a:xfrm>
            <a:off x="0" y="-28575"/>
            <a:ext cx="18288000" cy="104775"/>
            <a:chOff x="0" y="-38100"/>
            <a:chExt cx="24384000" cy="139700"/>
          </a:xfrm>
        </p:grpSpPr>
        <p:sp>
          <p:nvSpPr>
            <p:cNvPr id="310" name="Google Shape;310;p10"/>
            <p:cNvSpPr/>
            <p:nvPr/>
          </p:nvSpPr>
          <p:spPr>
            <a:xfrm>
              <a:off x="0" y="0"/>
              <a:ext cx="24384000" cy="101600"/>
            </a:xfrm>
            <a:custGeom>
              <a:rect b="b" l="l" r="r" t="t"/>
              <a:pathLst>
                <a:path extrusionOk="0" h="101600" w="24384000">
                  <a:moveTo>
                    <a:pt x="0" y="0"/>
                  </a:moveTo>
                  <a:lnTo>
                    <a:pt x="24384000" y="0"/>
                  </a:lnTo>
                  <a:lnTo>
                    <a:pt x="24384000" y="101600"/>
                  </a:lnTo>
                  <a:lnTo>
                    <a:pt x="0" y="101600"/>
                  </a:lnTo>
                  <a:close/>
                </a:path>
              </a:pathLst>
            </a:custGeom>
            <a:solidFill>
              <a:srgbClr val="E30613"/>
            </a:solidFill>
            <a:ln>
              <a:noFill/>
            </a:ln>
          </p:spPr>
        </p:sp>
        <p:sp>
          <p:nvSpPr>
            <p:cNvPr id="311" name="Google Shape;311;p10"/>
            <p:cNvSpPr txBox="1"/>
            <p:nvPr/>
          </p:nvSpPr>
          <p:spPr>
            <a:xfrm>
              <a:off x="0" y="-38100"/>
              <a:ext cx="24384000" cy="1397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2" name="Google Shape;312;p10"/>
          <p:cNvSpPr txBox="1"/>
          <p:nvPr/>
        </p:nvSpPr>
        <p:spPr>
          <a:xfrm>
            <a:off x="571500" y="342900"/>
            <a:ext cx="11430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E30613"/>
                </a:solidFill>
                <a:latin typeface="Antonio"/>
                <a:ea typeface="Antonio"/>
                <a:cs typeface="Antonio"/>
                <a:sym typeface="Antonio"/>
              </a:rPr>
              <a:t>0</a:t>
            </a:r>
            <a:r>
              <a:rPr lang="en-US" sz="2400">
                <a:solidFill>
                  <a:srgbClr val="E30613"/>
                </a:solidFill>
                <a:latin typeface="Antonio"/>
                <a:ea typeface="Antonio"/>
                <a:cs typeface="Antonio"/>
                <a:sym typeface="Antonio"/>
              </a:rPr>
              <a:t>9</a:t>
            </a:r>
            <a:endParaRPr/>
          </a:p>
        </p:txBody>
      </p:sp>
      <p:sp>
        <p:nvSpPr>
          <p:cNvPr id="313" name="Google Shape;313;p10"/>
          <p:cNvSpPr txBox="1"/>
          <p:nvPr/>
        </p:nvSpPr>
        <p:spPr>
          <a:xfrm>
            <a:off x="5726490" y="323850"/>
            <a:ext cx="6835020" cy="96393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7200" u="none" cap="none" strike="noStrike">
                <a:solidFill>
                  <a:srgbClr val="1A1A1A"/>
                </a:solidFill>
                <a:latin typeface="Antonio"/>
                <a:ea typeface="Antonio"/>
                <a:cs typeface="Antonio"/>
                <a:sym typeface="Antonio"/>
              </a:rPr>
              <a:t>Riesgos </a:t>
            </a:r>
            <a:endParaRPr/>
          </a:p>
        </p:txBody>
      </p:sp>
      <p:grpSp>
        <p:nvGrpSpPr>
          <p:cNvPr id="314" name="Google Shape;314;p10"/>
          <p:cNvGrpSpPr/>
          <p:nvPr/>
        </p:nvGrpSpPr>
        <p:grpSpPr>
          <a:xfrm>
            <a:off x="7284634" y="1285165"/>
            <a:ext cx="3718732" cy="76200"/>
            <a:chOff x="0" y="-38100"/>
            <a:chExt cx="4958310" cy="101600"/>
          </a:xfrm>
        </p:grpSpPr>
        <p:sp>
          <p:nvSpPr>
            <p:cNvPr id="315" name="Google Shape;315;p10"/>
            <p:cNvSpPr/>
            <p:nvPr/>
          </p:nvSpPr>
          <p:spPr>
            <a:xfrm>
              <a:off x="0" y="0"/>
              <a:ext cx="4958310" cy="63500"/>
            </a:xfrm>
            <a:custGeom>
              <a:rect b="b" l="l" r="r" t="t"/>
              <a:pathLst>
                <a:path extrusionOk="0" h="63500" w="4958310">
                  <a:moveTo>
                    <a:pt x="0" y="0"/>
                  </a:moveTo>
                  <a:lnTo>
                    <a:pt x="4958310" y="0"/>
                  </a:lnTo>
                  <a:lnTo>
                    <a:pt x="4958310" y="63500"/>
                  </a:lnTo>
                  <a:lnTo>
                    <a:pt x="0" y="63500"/>
                  </a:lnTo>
                  <a:close/>
                </a:path>
              </a:pathLst>
            </a:custGeom>
            <a:solidFill>
              <a:srgbClr val="E30613"/>
            </a:solidFill>
            <a:ln>
              <a:noFill/>
            </a:ln>
          </p:spPr>
        </p:sp>
        <p:sp>
          <p:nvSpPr>
            <p:cNvPr id="316" name="Google Shape;316;p10"/>
            <p:cNvSpPr txBox="1"/>
            <p:nvPr/>
          </p:nvSpPr>
          <p:spPr>
            <a:xfrm>
              <a:off x="0" y="-38100"/>
              <a:ext cx="4958310" cy="1016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7" name="Google Shape;317;p10"/>
          <p:cNvGrpSpPr/>
          <p:nvPr/>
        </p:nvGrpSpPr>
        <p:grpSpPr>
          <a:xfrm>
            <a:off x="1492665" y="2689439"/>
            <a:ext cx="7264076" cy="4883136"/>
            <a:chOff x="0" y="-38100"/>
            <a:chExt cx="11077042" cy="7446330"/>
          </a:xfrm>
        </p:grpSpPr>
        <p:sp>
          <p:nvSpPr>
            <p:cNvPr id="318" name="Google Shape;318;p10"/>
            <p:cNvSpPr/>
            <p:nvPr/>
          </p:nvSpPr>
          <p:spPr>
            <a:xfrm>
              <a:off x="0" y="0"/>
              <a:ext cx="11077042" cy="7408230"/>
            </a:xfrm>
            <a:custGeom>
              <a:rect b="b" l="l" r="r" t="t"/>
              <a:pathLst>
                <a:path extrusionOk="0" h="7408230" w="11077042">
                  <a:moveTo>
                    <a:pt x="484621" y="0"/>
                  </a:moveTo>
                  <a:lnTo>
                    <a:pt x="10592421" y="0"/>
                  </a:lnTo>
                  <a:cubicBezTo>
                    <a:pt x="10860070" y="0"/>
                    <a:pt x="11077042" y="331678"/>
                    <a:pt x="11077042" y="740823"/>
                  </a:cubicBezTo>
                  <a:lnTo>
                    <a:pt x="11077042" y="6667407"/>
                  </a:lnTo>
                  <a:cubicBezTo>
                    <a:pt x="11077042" y="7076552"/>
                    <a:pt x="10860070" y="7408230"/>
                    <a:pt x="10592421" y="7408230"/>
                  </a:cubicBezTo>
                  <a:lnTo>
                    <a:pt x="484621" y="7408230"/>
                  </a:lnTo>
                  <a:cubicBezTo>
                    <a:pt x="216972" y="7408230"/>
                    <a:pt x="0" y="7076552"/>
                    <a:pt x="0" y="6667407"/>
                  </a:cubicBezTo>
                  <a:lnTo>
                    <a:pt x="0" y="740823"/>
                  </a:lnTo>
                  <a:cubicBezTo>
                    <a:pt x="0" y="331678"/>
                    <a:pt x="216972" y="0"/>
                    <a:pt x="484621" y="0"/>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0"/>
            <p:cNvSpPr txBox="1"/>
            <p:nvPr/>
          </p:nvSpPr>
          <p:spPr>
            <a:xfrm>
              <a:off x="0" y="-38100"/>
              <a:ext cx="11077042" cy="744633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0" name="Google Shape;320;p10"/>
          <p:cNvGrpSpPr/>
          <p:nvPr/>
        </p:nvGrpSpPr>
        <p:grpSpPr>
          <a:xfrm>
            <a:off x="0" y="10182225"/>
            <a:ext cx="18288000" cy="104775"/>
            <a:chOff x="0" y="-38100"/>
            <a:chExt cx="24384000" cy="139700"/>
          </a:xfrm>
        </p:grpSpPr>
        <p:sp>
          <p:nvSpPr>
            <p:cNvPr id="321" name="Google Shape;321;p10"/>
            <p:cNvSpPr/>
            <p:nvPr/>
          </p:nvSpPr>
          <p:spPr>
            <a:xfrm>
              <a:off x="0" y="0"/>
              <a:ext cx="24384000" cy="101600"/>
            </a:xfrm>
            <a:custGeom>
              <a:rect b="b" l="l" r="r" t="t"/>
              <a:pathLst>
                <a:path extrusionOk="0" h="101600" w="24384000">
                  <a:moveTo>
                    <a:pt x="0" y="0"/>
                  </a:moveTo>
                  <a:lnTo>
                    <a:pt x="24384000" y="0"/>
                  </a:lnTo>
                  <a:lnTo>
                    <a:pt x="24384000" y="101600"/>
                  </a:lnTo>
                  <a:lnTo>
                    <a:pt x="0" y="101600"/>
                  </a:lnTo>
                  <a:close/>
                </a:path>
              </a:pathLst>
            </a:custGeom>
            <a:solidFill>
              <a:srgbClr val="E30613"/>
            </a:solidFill>
            <a:ln>
              <a:noFill/>
            </a:ln>
          </p:spPr>
        </p:sp>
        <p:sp>
          <p:nvSpPr>
            <p:cNvPr id="322" name="Google Shape;322;p10"/>
            <p:cNvSpPr txBox="1"/>
            <p:nvPr/>
          </p:nvSpPr>
          <p:spPr>
            <a:xfrm>
              <a:off x="0" y="-38100"/>
              <a:ext cx="24384000" cy="1397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3" name="Google Shape;323;p10"/>
          <p:cNvGrpSpPr/>
          <p:nvPr/>
        </p:nvGrpSpPr>
        <p:grpSpPr>
          <a:xfrm>
            <a:off x="2204078" y="3279457"/>
            <a:ext cx="152400" cy="180975"/>
            <a:chOff x="0" y="-38100"/>
            <a:chExt cx="203200" cy="241300"/>
          </a:xfrm>
        </p:grpSpPr>
        <p:sp>
          <p:nvSpPr>
            <p:cNvPr id="324" name="Google Shape;324;p10"/>
            <p:cNvSpPr/>
            <p:nvPr/>
          </p:nvSpPr>
          <p:spPr>
            <a:xfrm>
              <a:off x="0" y="0"/>
              <a:ext cx="203200" cy="203200"/>
            </a:xfrm>
            <a:custGeom>
              <a:rect b="b" l="l" r="r" t="t"/>
              <a:pathLst>
                <a:path extrusionOk="0" h="203200" w="203200">
                  <a:moveTo>
                    <a:pt x="101600" y="0"/>
                  </a:moveTo>
                  <a:lnTo>
                    <a:pt x="203200" y="101600"/>
                  </a:lnTo>
                  <a:lnTo>
                    <a:pt x="101600" y="203200"/>
                  </a:lnTo>
                  <a:lnTo>
                    <a:pt x="0" y="101600"/>
                  </a:lnTo>
                  <a:lnTo>
                    <a:pt x="101600" y="0"/>
                  </a:lnTo>
                  <a:close/>
                </a:path>
              </a:pathLst>
            </a:custGeom>
            <a:solidFill>
              <a:srgbClr val="E30613"/>
            </a:solidFill>
            <a:ln>
              <a:noFill/>
            </a:ln>
          </p:spPr>
        </p:sp>
        <p:sp>
          <p:nvSpPr>
            <p:cNvPr id="325" name="Google Shape;325;p10"/>
            <p:cNvSpPr txBox="1"/>
            <p:nvPr/>
          </p:nvSpPr>
          <p:spPr>
            <a:xfrm>
              <a:off x="0" y="-38100"/>
              <a:ext cx="203200" cy="2413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26" name="Google Shape;326;p10"/>
          <p:cNvSpPr txBox="1"/>
          <p:nvPr/>
        </p:nvSpPr>
        <p:spPr>
          <a:xfrm>
            <a:off x="2585078" y="3212782"/>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0" i="0" lang="en-US" sz="2000" u="none" cap="none" strike="noStrike">
                <a:solidFill>
                  <a:srgbClr val="0D0D0D"/>
                </a:solidFill>
                <a:latin typeface="Arial"/>
                <a:ea typeface="Arial"/>
                <a:cs typeface="Arial"/>
                <a:sym typeface="Arial"/>
              </a:rPr>
              <a:t>Baja adopción inicial de usuarios</a:t>
            </a:r>
            <a:endParaRPr sz="2000"/>
          </a:p>
        </p:txBody>
      </p:sp>
      <p:grpSp>
        <p:nvGrpSpPr>
          <p:cNvPr id="327" name="Google Shape;327;p10"/>
          <p:cNvGrpSpPr/>
          <p:nvPr/>
        </p:nvGrpSpPr>
        <p:grpSpPr>
          <a:xfrm>
            <a:off x="2204078" y="3997960"/>
            <a:ext cx="152400" cy="180975"/>
            <a:chOff x="0" y="-38100"/>
            <a:chExt cx="203200" cy="241300"/>
          </a:xfrm>
        </p:grpSpPr>
        <p:sp>
          <p:nvSpPr>
            <p:cNvPr id="328" name="Google Shape;328;p10"/>
            <p:cNvSpPr/>
            <p:nvPr/>
          </p:nvSpPr>
          <p:spPr>
            <a:xfrm>
              <a:off x="0" y="0"/>
              <a:ext cx="203200" cy="203200"/>
            </a:xfrm>
            <a:custGeom>
              <a:rect b="b" l="l" r="r" t="t"/>
              <a:pathLst>
                <a:path extrusionOk="0" h="203200" w="203200">
                  <a:moveTo>
                    <a:pt x="101600" y="0"/>
                  </a:moveTo>
                  <a:lnTo>
                    <a:pt x="203200" y="101600"/>
                  </a:lnTo>
                  <a:lnTo>
                    <a:pt x="101600" y="203200"/>
                  </a:lnTo>
                  <a:lnTo>
                    <a:pt x="0" y="101600"/>
                  </a:lnTo>
                  <a:lnTo>
                    <a:pt x="101600" y="0"/>
                  </a:lnTo>
                  <a:close/>
                </a:path>
              </a:pathLst>
            </a:custGeom>
            <a:solidFill>
              <a:srgbClr val="E30613"/>
            </a:solidFill>
            <a:ln>
              <a:noFill/>
            </a:ln>
          </p:spPr>
        </p:sp>
        <p:sp>
          <p:nvSpPr>
            <p:cNvPr id="329" name="Google Shape;329;p10"/>
            <p:cNvSpPr txBox="1"/>
            <p:nvPr/>
          </p:nvSpPr>
          <p:spPr>
            <a:xfrm>
              <a:off x="0" y="-38100"/>
              <a:ext cx="203200" cy="2413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0" name="Google Shape;330;p10"/>
          <p:cNvSpPr txBox="1"/>
          <p:nvPr/>
        </p:nvSpPr>
        <p:spPr>
          <a:xfrm>
            <a:off x="2585078" y="393128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0" i="0" lang="en-US" sz="2000" u="none" cap="none" strike="noStrike">
                <a:solidFill>
                  <a:srgbClr val="0D0D0D"/>
                </a:solidFill>
                <a:latin typeface="Arial"/>
                <a:ea typeface="Arial"/>
                <a:cs typeface="Arial"/>
                <a:sym typeface="Arial"/>
              </a:rPr>
              <a:t>Acceso no autorizado a datos sensibles</a:t>
            </a:r>
            <a:endParaRPr sz="2000"/>
          </a:p>
        </p:txBody>
      </p:sp>
      <p:grpSp>
        <p:nvGrpSpPr>
          <p:cNvPr id="331" name="Google Shape;331;p10"/>
          <p:cNvGrpSpPr/>
          <p:nvPr/>
        </p:nvGrpSpPr>
        <p:grpSpPr>
          <a:xfrm>
            <a:off x="2204078" y="4837430"/>
            <a:ext cx="152400" cy="180975"/>
            <a:chOff x="0" y="-38100"/>
            <a:chExt cx="203200" cy="241300"/>
          </a:xfrm>
        </p:grpSpPr>
        <p:sp>
          <p:nvSpPr>
            <p:cNvPr id="332" name="Google Shape;332;p10"/>
            <p:cNvSpPr/>
            <p:nvPr/>
          </p:nvSpPr>
          <p:spPr>
            <a:xfrm>
              <a:off x="0" y="0"/>
              <a:ext cx="203200" cy="203200"/>
            </a:xfrm>
            <a:custGeom>
              <a:rect b="b" l="l" r="r" t="t"/>
              <a:pathLst>
                <a:path extrusionOk="0" h="203200" w="203200">
                  <a:moveTo>
                    <a:pt x="101600" y="0"/>
                  </a:moveTo>
                  <a:lnTo>
                    <a:pt x="203200" y="101600"/>
                  </a:lnTo>
                  <a:lnTo>
                    <a:pt x="101600" y="203200"/>
                  </a:lnTo>
                  <a:lnTo>
                    <a:pt x="0" y="101600"/>
                  </a:lnTo>
                  <a:lnTo>
                    <a:pt x="101600" y="0"/>
                  </a:lnTo>
                  <a:close/>
                </a:path>
              </a:pathLst>
            </a:custGeom>
            <a:solidFill>
              <a:srgbClr val="E30613"/>
            </a:solidFill>
            <a:ln>
              <a:noFill/>
            </a:ln>
          </p:spPr>
        </p:sp>
        <p:sp>
          <p:nvSpPr>
            <p:cNvPr id="333" name="Google Shape;333;p10"/>
            <p:cNvSpPr txBox="1"/>
            <p:nvPr/>
          </p:nvSpPr>
          <p:spPr>
            <a:xfrm>
              <a:off x="0" y="-38100"/>
              <a:ext cx="203200" cy="2413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4" name="Google Shape;334;p10"/>
          <p:cNvSpPr txBox="1"/>
          <p:nvPr/>
        </p:nvSpPr>
        <p:spPr>
          <a:xfrm>
            <a:off x="2585078" y="477075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0" i="0" lang="en-US" sz="2000" u="none" cap="none" strike="noStrike">
                <a:solidFill>
                  <a:srgbClr val="0D0D0D"/>
                </a:solidFill>
                <a:latin typeface="Arial"/>
                <a:ea typeface="Arial"/>
                <a:cs typeface="Arial"/>
                <a:sym typeface="Arial"/>
              </a:rPr>
              <a:t>Incompatibilidad entre versiones de SO</a:t>
            </a:r>
            <a:endParaRPr sz="2000"/>
          </a:p>
        </p:txBody>
      </p:sp>
      <p:grpSp>
        <p:nvGrpSpPr>
          <p:cNvPr id="335" name="Google Shape;335;p10"/>
          <p:cNvGrpSpPr/>
          <p:nvPr/>
        </p:nvGrpSpPr>
        <p:grpSpPr>
          <a:xfrm>
            <a:off x="2204078" y="5734050"/>
            <a:ext cx="152400" cy="180975"/>
            <a:chOff x="0" y="-38100"/>
            <a:chExt cx="203200" cy="241300"/>
          </a:xfrm>
        </p:grpSpPr>
        <p:sp>
          <p:nvSpPr>
            <p:cNvPr id="336" name="Google Shape;336;p10"/>
            <p:cNvSpPr/>
            <p:nvPr/>
          </p:nvSpPr>
          <p:spPr>
            <a:xfrm>
              <a:off x="0" y="0"/>
              <a:ext cx="203200" cy="203200"/>
            </a:xfrm>
            <a:custGeom>
              <a:rect b="b" l="l" r="r" t="t"/>
              <a:pathLst>
                <a:path extrusionOk="0" h="203200" w="203200">
                  <a:moveTo>
                    <a:pt x="101600" y="0"/>
                  </a:moveTo>
                  <a:lnTo>
                    <a:pt x="203200" y="101600"/>
                  </a:lnTo>
                  <a:lnTo>
                    <a:pt x="101600" y="203200"/>
                  </a:lnTo>
                  <a:lnTo>
                    <a:pt x="0" y="101600"/>
                  </a:lnTo>
                  <a:lnTo>
                    <a:pt x="101600" y="0"/>
                  </a:lnTo>
                  <a:close/>
                </a:path>
              </a:pathLst>
            </a:custGeom>
            <a:solidFill>
              <a:srgbClr val="E30613"/>
            </a:solidFill>
            <a:ln>
              <a:noFill/>
            </a:ln>
          </p:spPr>
        </p:sp>
        <p:sp>
          <p:nvSpPr>
            <p:cNvPr id="337" name="Google Shape;337;p10"/>
            <p:cNvSpPr txBox="1"/>
            <p:nvPr/>
          </p:nvSpPr>
          <p:spPr>
            <a:xfrm>
              <a:off x="0" y="-38100"/>
              <a:ext cx="203200" cy="2413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8" name="Google Shape;338;p10"/>
          <p:cNvSpPr txBox="1"/>
          <p:nvPr/>
        </p:nvSpPr>
        <p:spPr>
          <a:xfrm>
            <a:off x="2585078" y="566737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0" i="0" lang="en-US" sz="2000" u="none" cap="none" strike="noStrike">
                <a:solidFill>
                  <a:srgbClr val="0D0D0D"/>
                </a:solidFill>
                <a:latin typeface="Arial"/>
                <a:ea typeface="Arial"/>
                <a:cs typeface="Arial"/>
                <a:sym typeface="Arial"/>
              </a:rPr>
              <a:t>Incumplimiento normativo de datos personales</a:t>
            </a:r>
            <a:endParaRPr sz="2000"/>
          </a:p>
        </p:txBody>
      </p:sp>
      <p:grpSp>
        <p:nvGrpSpPr>
          <p:cNvPr id="339" name="Google Shape;339;p10"/>
          <p:cNvGrpSpPr/>
          <p:nvPr/>
        </p:nvGrpSpPr>
        <p:grpSpPr>
          <a:xfrm>
            <a:off x="2204078" y="6630670"/>
            <a:ext cx="152400" cy="180975"/>
            <a:chOff x="0" y="-38100"/>
            <a:chExt cx="203200" cy="241300"/>
          </a:xfrm>
        </p:grpSpPr>
        <p:sp>
          <p:nvSpPr>
            <p:cNvPr id="340" name="Google Shape;340;p10"/>
            <p:cNvSpPr/>
            <p:nvPr/>
          </p:nvSpPr>
          <p:spPr>
            <a:xfrm>
              <a:off x="0" y="0"/>
              <a:ext cx="203200" cy="203200"/>
            </a:xfrm>
            <a:custGeom>
              <a:rect b="b" l="l" r="r" t="t"/>
              <a:pathLst>
                <a:path extrusionOk="0" h="203200" w="203200">
                  <a:moveTo>
                    <a:pt x="101600" y="0"/>
                  </a:moveTo>
                  <a:lnTo>
                    <a:pt x="203200" y="101600"/>
                  </a:lnTo>
                  <a:lnTo>
                    <a:pt x="101600" y="203200"/>
                  </a:lnTo>
                  <a:lnTo>
                    <a:pt x="0" y="101600"/>
                  </a:lnTo>
                  <a:lnTo>
                    <a:pt x="101600" y="0"/>
                  </a:lnTo>
                  <a:close/>
                </a:path>
              </a:pathLst>
            </a:custGeom>
            <a:solidFill>
              <a:srgbClr val="E30613"/>
            </a:solidFill>
            <a:ln>
              <a:noFill/>
            </a:ln>
          </p:spPr>
        </p:sp>
        <p:sp>
          <p:nvSpPr>
            <p:cNvPr id="341" name="Google Shape;341;p10"/>
            <p:cNvSpPr txBox="1"/>
            <p:nvPr/>
          </p:nvSpPr>
          <p:spPr>
            <a:xfrm>
              <a:off x="0" y="-38100"/>
              <a:ext cx="203200" cy="2413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2" name="Google Shape;342;p10"/>
          <p:cNvSpPr txBox="1"/>
          <p:nvPr/>
        </p:nvSpPr>
        <p:spPr>
          <a:xfrm>
            <a:off x="2585078" y="6563995"/>
            <a:ext cx="6171600" cy="3078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0" i="0" lang="en-US" sz="2000" u="none" cap="none" strike="noStrike">
                <a:solidFill>
                  <a:srgbClr val="0D0D0D"/>
                </a:solidFill>
                <a:latin typeface="Arial"/>
                <a:ea typeface="Arial"/>
                <a:cs typeface="Arial"/>
                <a:sym typeface="Arial"/>
              </a:rPr>
              <a:t>Retrasos en el cronograma de Sprint</a:t>
            </a:r>
            <a:endParaRPr sz="2000"/>
          </a:p>
        </p:txBody>
      </p:sp>
      <p:pic>
        <p:nvPicPr>
          <p:cNvPr id="343" name="Google Shape;343;p10"/>
          <p:cNvPicPr preferRelativeResize="0"/>
          <p:nvPr/>
        </p:nvPicPr>
        <p:blipFill rotWithShape="1">
          <a:blip r:embed="rId3">
            <a:alphaModFix/>
          </a:blip>
          <a:srcRect b="0" l="0" r="0" t="0"/>
          <a:stretch/>
        </p:blipFill>
        <p:spPr>
          <a:xfrm>
            <a:off x="16001984" y="-868967"/>
            <a:ext cx="2286006" cy="2286006"/>
          </a:xfrm>
          <a:prstGeom prst="rect">
            <a:avLst/>
          </a:prstGeom>
          <a:noFill/>
          <a:ln>
            <a:noFill/>
          </a:ln>
        </p:spPr>
      </p:pic>
      <p:pic>
        <p:nvPicPr>
          <p:cNvPr id="344" name="Google Shape;344;p10"/>
          <p:cNvPicPr preferRelativeResize="0"/>
          <p:nvPr/>
        </p:nvPicPr>
        <p:blipFill>
          <a:blip r:embed="rId4">
            <a:alphaModFix/>
          </a:blip>
          <a:stretch>
            <a:fillRect/>
          </a:stretch>
        </p:blipFill>
        <p:spPr>
          <a:xfrm>
            <a:off x="10110288" y="2743200"/>
            <a:ext cx="6696075" cy="2990850"/>
          </a:xfrm>
          <a:prstGeom prst="rect">
            <a:avLst/>
          </a:prstGeom>
          <a:noFill/>
          <a:ln>
            <a:noFill/>
          </a:ln>
        </p:spPr>
      </p:pic>
      <p:pic>
        <p:nvPicPr>
          <p:cNvPr id="345" name="Google Shape;345;p10"/>
          <p:cNvPicPr preferRelativeResize="0"/>
          <p:nvPr/>
        </p:nvPicPr>
        <p:blipFill>
          <a:blip r:embed="rId5">
            <a:alphaModFix/>
          </a:blip>
          <a:stretch>
            <a:fillRect/>
          </a:stretch>
        </p:blipFill>
        <p:spPr>
          <a:xfrm>
            <a:off x="11843838" y="6430600"/>
            <a:ext cx="3228975" cy="133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grpSp>
        <p:nvGrpSpPr>
          <p:cNvPr id="350" name="Google Shape;350;p11"/>
          <p:cNvGrpSpPr/>
          <p:nvPr/>
        </p:nvGrpSpPr>
        <p:grpSpPr>
          <a:xfrm>
            <a:off x="0" y="-28575"/>
            <a:ext cx="18288000" cy="104775"/>
            <a:chOff x="0" y="-38100"/>
            <a:chExt cx="24384000" cy="139700"/>
          </a:xfrm>
        </p:grpSpPr>
        <p:sp>
          <p:nvSpPr>
            <p:cNvPr id="351" name="Google Shape;351;p11"/>
            <p:cNvSpPr/>
            <p:nvPr/>
          </p:nvSpPr>
          <p:spPr>
            <a:xfrm>
              <a:off x="0" y="0"/>
              <a:ext cx="24384000" cy="101600"/>
            </a:xfrm>
            <a:custGeom>
              <a:rect b="b" l="l" r="r" t="t"/>
              <a:pathLst>
                <a:path extrusionOk="0" h="101600" w="24384000">
                  <a:moveTo>
                    <a:pt x="0" y="0"/>
                  </a:moveTo>
                  <a:lnTo>
                    <a:pt x="24384000" y="0"/>
                  </a:lnTo>
                  <a:lnTo>
                    <a:pt x="24384000" y="101600"/>
                  </a:lnTo>
                  <a:lnTo>
                    <a:pt x="0" y="101600"/>
                  </a:lnTo>
                  <a:close/>
                </a:path>
              </a:pathLst>
            </a:custGeom>
            <a:solidFill>
              <a:srgbClr val="E30613"/>
            </a:solidFill>
            <a:ln>
              <a:noFill/>
            </a:ln>
          </p:spPr>
        </p:sp>
        <p:sp>
          <p:nvSpPr>
            <p:cNvPr id="352" name="Google Shape;352;p11"/>
            <p:cNvSpPr txBox="1"/>
            <p:nvPr/>
          </p:nvSpPr>
          <p:spPr>
            <a:xfrm>
              <a:off x="0" y="-38100"/>
              <a:ext cx="24384000" cy="1397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3" name="Google Shape;353;p11"/>
          <p:cNvSpPr txBox="1"/>
          <p:nvPr/>
        </p:nvSpPr>
        <p:spPr>
          <a:xfrm>
            <a:off x="571500" y="342900"/>
            <a:ext cx="11430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E30613"/>
                </a:solidFill>
                <a:latin typeface="Antonio"/>
                <a:ea typeface="Antonio"/>
                <a:cs typeface="Antonio"/>
                <a:sym typeface="Antonio"/>
              </a:rPr>
              <a:t>10</a:t>
            </a:r>
            <a:endParaRPr/>
          </a:p>
        </p:txBody>
      </p:sp>
      <p:sp>
        <p:nvSpPr>
          <p:cNvPr id="354" name="Google Shape;354;p11"/>
          <p:cNvSpPr txBox="1"/>
          <p:nvPr/>
        </p:nvSpPr>
        <p:spPr>
          <a:xfrm>
            <a:off x="5726490" y="342900"/>
            <a:ext cx="6834900" cy="1108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7200" u="none" cap="none" strike="noStrike">
                <a:solidFill>
                  <a:srgbClr val="1A1A1A"/>
                </a:solidFill>
                <a:latin typeface="Antonio"/>
                <a:ea typeface="Antonio"/>
                <a:cs typeface="Antonio"/>
                <a:sym typeface="Antonio"/>
              </a:rPr>
              <a:t>Seguridad</a:t>
            </a:r>
            <a:endParaRPr/>
          </a:p>
        </p:txBody>
      </p:sp>
      <p:grpSp>
        <p:nvGrpSpPr>
          <p:cNvPr id="355" name="Google Shape;355;p11"/>
          <p:cNvGrpSpPr/>
          <p:nvPr/>
        </p:nvGrpSpPr>
        <p:grpSpPr>
          <a:xfrm>
            <a:off x="7284634" y="1300870"/>
            <a:ext cx="3718732" cy="76200"/>
            <a:chOff x="0" y="-38100"/>
            <a:chExt cx="4958310" cy="101600"/>
          </a:xfrm>
        </p:grpSpPr>
        <p:sp>
          <p:nvSpPr>
            <p:cNvPr id="356" name="Google Shape;356;p11"/>
            <p:cNvSpPr/>
            <p:nvPr/>
          </p:nvSpPr>
          <p:spPr>
            <a:xfrm>
              <a:off x="0" y="0"/>
              <a:ext cx="4958310" cy="63500"/>
            </a:xfrm>
            <a:custGeom>
              <a:rect b="b" l="l" r="r" t="t"/>
              <a:pathLst>
                <a:path extrusionOk="0" h="63500" w="4958310">
                  <a:moveTo>
                    <a:pt x="0" y="0"/>
                  </a:moveTo>
                  <a:lnTo>
                    <a:pt x="4958310" y="0"/>
                  </a:lnTo>
                  <a:lnTo>
                    <a:pt x="4958310" y="63500"/>
                  </a:lnTo>
                  <a:lnTo>
                    <a:pt x="0" y="63500"/>
                  </a:lnTo>
                  <a:close/>
                </a:path>
              </a:pathLst>
            </a:custGeom>
            <a:solidFill>
              <a:srgbClr val="E30613"/>
            </a:solidFill>
            <a:ln>
              <a:noFill/>
            </a:ln>
          </p:spPr>
        </p:sp>
        <p:sp>
          <p:nvSpPr>
            <p:cNvPr id="357" name="Google Shape;357;p11"/>
            <p:cNvSpPr txBox="1"/>
            <p:nvPr/>
          </p:nvSpPr>
          <p:spPr>
            <a:xfrm>
              <a:off x="0" y="-38100"/>
              <a:ext cx="4958310" cy="1016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8" name="Google Shape;358;p11"/>
          <p:cNvGrpSpPr/>
          <p:nvPr/>
        </p:nvGrpSpPr>
        <p:grpSpPr>
          <a:xfrm>
            <a:off x="0" y="10182225"/>
            <a:ext cx="18288000" cy="104775"/>
            <a:chOff x="0" y="-38100"/>
            <a:chExt cx="24384000" cy="139700"/>
          </a:xfrm>
        </p:grpSpPr>
        <p:sp>
          <p:nvSpPr>
            <p:cNvPr id="359" name="Google Shape;359;p11"/>
            <p:cNvSpPr/>
            <p:nvPr/>
          </p:nvSpPr>
          <p:spPr>
            <a:xfrm>
              <a:off x="0" y="0"/>
              <a:ext cx="24384000" cy="101600"/>
            </a:xfrm>
            <a:custGeom>
              <a:rect b="b" l="l" r="r" t="t"/>
              <a:pathLst>
                <a:path extrusionOk="0" h="101600" w="24384000">
                  <a:moveTo>
                    <a:pt x="0" y="0"/>
                  </a:moveTo>
                  <a:lnTo>
                    <a:pt x="24384000" y="0"/>
                  </a:lnTo>
                  <a:lnTo>
                    <a:pt x="24384000" y="101600"/>
                  </a:lnTo>
                  <a:lnTo>
                    <a:pt x="0" y="101600"/>
                  </a:lnTo>
                  <a:close/>
                </a:path>
              </a:pathLst>
            </a:custGeom>
            <a:solidFill>
              <a:srgbClr val="E30613"/>
            </a:solidFill>
            <a:ln>
              <a:noFill/>
            </a:ln>
          </p:spPr>
        </p:sp>
        <p:sp>
          <p:nvSpPr>
            <p:cNvPr id="360" name="Google Shape;360;p11"/>
            <p:cNvSpPr txBox="1"/>
            <p:nvPr/>
          </p:nvSpPr>
          <p:spPr>
            <a:xfrm>
              <a:off x="0" y="-38100"/>
              <a:ext cx="24384000" cy="1397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361" name="Google Shape;361;p11"/>
          <p:cNvPicPr preferRelativeResize="0"/>
          <p:nvPr/>
        </p:nvPicPr>
        <p:blipFill rotWithShape="1">
          <a:blip r:embed="rId3">
            <a:alphaModFix/>
          </a:blip>
          <a:srcRect b="0" l="0" r="0" t="0"/>
          <a:stretch/>
        </p:blipFill>
        <p:spPr>
          <a:xfrm>
            <a:off x="16001984" y="-868967"/>
            <a:ext cx="2286006" cy="2286006"/>
          </a:xfrm>
          <a:prstGeom prst="rect">
            <a:avLst/>
          </a:prstGeom>
          <a:noFill/>
          <a:ln>
            <a:noFill/>
          </a:ln>
        </p:spPr>
      </p:pic>
      <p:grpSp>
        <p:nvGrpSpPr>
          <p:cNvPr id="362" name="Google Shape;362;p11"/>
          <p:cNvGrpSpPr/>
          <p:nvPr/>
        </p:nvGrpSpPr>
        <p:grpSpPr>
          <a:xfrm>
            <a:off x="1524238" y="2143548"/>
            <a:ext cx="6834535" cy="5468585"/>
            <a:chOff x="0" y="-38100"/>
            <a:chExt cx="11077042" cy="7446330"/>
          </a:xfrm>
        </p:grpSpPr>
        <p:sp>
          <p:nvSpPr>
            <p:cNvPr id="363" name="Google Shape;363;p11"/>
            <p:cNvSpPr/>
            <p:nvPr/>
          </p:nvSpPr>
          <p:spPr>
            <a:xfrm>
              <a:off x="0" y="0"/>
              <a:ext cx="11077042" cy="7408230"/>
            </a:xfrm>
            <a:custGeom>
              <a:rect b="b" l="l" r="r" t="t"/>
              <a:pathLst>
                <a:path extrusionOk="0" h="7408230" w="11077042">
                  <a:moveTo>
                    <a:pt x="484621" y="0"/>
                  </a:moveTo>
                  <a:lnTo>
                    <a:pt x="10592421" y="0"/>
                  </a:lnTo>
                  <a:cubicBezTo>
                    <a:pt x="10860070" y="0"/>
                    <a:pt x="11077042" y="331678"/>
                    <a:pt x="11077042" y="740823"/>
                  </a:cubicBezTo>
                  <a:lnTo>
                    <a:pt x="11077042" y="6667407"/>
                  </a:lnTo>
                  <a:cubicBezTo>
                    <a:pt x="11077042" y="7076552"/>
                    <a:pt x="10860070" y="7408230"/>
                    <a:pt x="10592421" y="7408230"/>
                  </a:cubicBezTo>
                  <a:lnTo>
                    <a:pt x="484621" y="7408230"/>
                  </a:lnTo>
                  <a:cubicBezTo>
                    <a:pt x="216972" y="7408230"/>
                    <a:pt x="0" y="7076552"/>
                    <a:pt x="0" y="6667407"/>
                  </a:cubicBezTo>
                  <a:lnTo>
                    <a:pt x="0" y="740823"/>
                  </a:lnTo>
                  <a:cubicBezTo>
                    <a:pt x="0" y="331678"/>
                    <a:pt x="216972" y="0"/>
                    <a:pt x="484621" y="0"/>
                  </a:cubicBezTo>
                  <a:close/>
                </a:path>
              </a:pathLst>
            </a:custGeom>
            <a:solidFill>
              <a:srgbClr val="F2F2F2"/>
            </a:solidFill>
            <a:ln>
              <a:noFill/>
            </a:ln>
          </p:spPr>
          <p:txBody>
            <a:bodyPr anchorCtr="0" anchor="ctr" bIns="86025" lIns="86025" spcFirstLastPara="1" rIns="86025" wrap="square" tIns="86025">
              <a:noAutofit/>
            </a:bodyPr>
            <a:lstStyle/>
            <a:p>
              <a:pPr indent="0" lvl="0" marL="0" rtl="0" algn="l">
                <a:spcBef>
                  <a:spcPts val="0"/>
                </a:spcBef>
                <a:spcAft>
                  <a:spcPts val="0"/>
                </a:spcAft>
                <a:buNone/>
              </a:pPr>
              <a:r>
                <a:t/>
              </a:r>
              <a:endParaRPr/>
            </a:p>
          </p:txBody>
        </p:sp>
        <p:sp>
          <p:nvSpPr>
            <p:cNvPr id="364" name="Google Shape;364;p11"/>
            <p:cNvSpPr txBox="1"/>
            <p:nvPr/>
          </p:nvSpPr>
          <p:spPr>
            <a:xfrm>
              <a:off x="0" y="-38100"/>
              <a:ext cx="11076900" cy="7446300"/>
            </a:xfrm>
            <a:prstGeom prst="rect">
              <a:avLst/>
            </a:prstGeom>
            <a:noFill/>
            <a:ln>
              <a:noFill/>
            </a:ln>
          </p:spPr>
          <p:txBody>
            <a:bodyPr anchorCtr="0" anchor="ctr" bIns="47775" lIns="47775" spcFirstLastPara="1" rIns="47775" wrap="square" tIns="47775">
              <a:noAutofit/>
            </a:bodyPr>
            <a:lstStyle/>
            <a:p>
              <a:pPr indent="0" lvl="0" marL="0" marR="0" rtl="0" algn="l">
                <a:lnSpc>
                  <a:spcPct val="93277"/>
                </a:lnSpc>
                <a:spcBef>
                  <a:spcPts val="0"/>
                </a:spcBef>
                <a:spcAft>
                  <a:spcPts val="0"/>
                </a:spcAft>
                <a:buNone/>
              </a:pPr>
              <a:r>
                <a:t/>
              </a:r>
              <a:endParaRPr b="0" i="0" sz="1694" u="none" cap="none" strike="noStrike">
                <a:solidFill>
                  <a:schemeClr val="dk1"/>
                </a:solidFill>
                <a:latin typeface="Calibri"/>
                <a:ea typeface="Calibri"/>
                <a:cs typeface="Calibri"/>
                <a:sym typeface="Calibri"/>
              </a:endParaRPr>
            </a:p>
          </p:txBody>
        </p:sp>
      </p:grpSp>
      <p:sp>
        <p:nvSpPr>
          <p:cNvPr id="365" name="Google Shape;365;p11"/>
          <p:cNvSpPr txBox="1"/>
          <p:nvPr/>
        </p:nvSpPr>
        <p:spPr>
          <a:xfrm>
            <a:off x="2020629" y="2690982"/>
            <a:ext cx="6125100" cy="9183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1" lang="en-US" sz="2486">
                <a:solidFill>
                  <a:srgbClr val="0D0D0D"/>
                </a:solidFill>
              </a:rPr>
              <a:t>Ley N° 21.719 </a:t>
            </a:r>
            <a:endParaRPr b="1" sz="2486">
              <a:solidFill>
                <a:srgbClr val="0D0D0D"/>
              </a:solidFill>
            </a:endParaRPr>
          </a:p>
          <a:p>
            <a:pPr indent="0" lvl="0" marL="0" marR="0" rtl="0" algn="l">
              <a:lnSpc>
                <a:spcPct val="140018"/>
              </a:lnSpc>
              <a:spcBef>
                <a:spcPts val="0"/>
              </a:spcBef>
              <a:spcAft>
                <a:spcPts val="0"/>
              </a:spcAft>
              <a:buNone/>
            </a:pPr>
            <a:r>
              <a:rPr b="1" i="1" lang="en-US" sz="2486">
                <a:solidFill>
                  <a:srgbClr val="0D0D0D"/>
                </a:solidFill>
              </a:rPr>
              <a:t>Protección</a:t>
            </a:r>
            <a:r>
              <a:rPr b="1" i="1" lang="en-US" sz="2486">
                <a:solidFill>
                  <a:srgbClr val="0D0D0D"/>
                </a:solidFill>
              </a:rPr>
              <a:t> de datos personales</a:t>
            </a:r>
            <a:endParaRPr b="1" i="1" sz="1734"/>
          </a:p>
        </p:txBody>
      </p:sp>
      <p:grpSp>
        <p:nvGrpSpPr>
          <p:cNvPr id="366" name="Google Shape;366;p11"/>
          <p:cNvGrpSpPr/>
          <p:nvPr/>
        </p:nvGrpSpPr>
        <p:grpSpPr>
          <a:xfrm>
            <a:off x="1975375" y="4046343"/>
            <a:ext cx="113386" cy="134645"/>
            <a:chOff x="0" y="-38100"/>
            <a:chExt cx="203200" cy="241300"/>
          </a:xfrm>
        </p:grpSpPr>
        <p:sp>
          <p:nvSpPr>
            <p:cNvPr id="367" name="Google Shape;367;p11"/>
            <p:cNvSpPr/>
            <p:nvPr/>
          </p:nvSpPr>
          <p:spPr>
            <a:xfrm>
              <a:off x="0" y="0"/>
              <a:ext cx="203200" cy="203200"/>
            </a:xfrm>
            <a:custGeom>
              <a:rect b="b" l="l" r="r" t="t"/>
              <a:pathLst>
                <a:path extrusionOk="0" h="203200" w="203200">
                  <a:moveTo>
                    <a:pt x="101600" y="0"/>
                  </a:moveTo>
                  <a:lnTo>
                    <a:pt x="203200" y="101600"/>
                  </a:lnTo>
                  <a:lnTo>
                    <a:pt x="101600" y="203200"/>
                  </a:lnTo>
                  <a:lnTo>
                    <a:pt x="0" y="101600"/>
                  </a:lnTo>
                  <a:lnTo>
                    <a:pt x="101600" y="0"/>
                  </a:lnTo>
                  <a:close/>
                </a:path>
              </a:pathLst>
            </a:custGeom>
            <a:solidFill>
              <a:srgbClr val="E30613"/>
            </a:solidFill>
            <a:ln>
              <a:noFill/>
            </a:ln>
          </p:spPr>
        </p:sp>
        <p:sp>
          <p:nvSpPr>
            <p:cNvPr id="368" name="Google Shape;368;p11"/>
            <p:cNvSpPr txBox="1"/>
            <p:nvPr/>
          </p:nvSpPr>
          <p:spPr>
            <a:xfrm>
              <a:off x="0" y="-38100"/>
              <a:ext cx="203100" cy="241200"/>
            </a:xfrm>
            <a:prstGeom prst="rect">
              <a:avLst/>
            </a:prstGeom>
            <a:noFill/>
            <a:ln>
              <a:noFill/>
            </a:ln>
          </p:spPr>
          <p:txBody>
            <a:bodyPr anchorCtr="0" anchor="ctr" bIns="37775" lIns="37775" spcFirstLastPara="1" rIns="37775" wrap="square" tIns="37775">
              <a:noAutofit/>
            </a:bodyPr>
            <a:lstStyle/>
            <a:p>
              <a:pPr indent="0" lvl="0" marL="0" marR="0" rtl="0" algn="l">
                <a:lnSpc>
                  <a:spcPct val="93277"/>
                </a:lnSpc>
                <a:spcBef>
                  <a:spcPts val="0"/>
                </a:spcBef>
                <a:spcAft>
                  <a:spcPts val="0"/>
                </a:spcAft>
                <a:buNone/>
              </a:pPr>
              <a:r>
                <a:t/>
              </a:r>
              <a:endParaRPr b="0" i="0" sz="1339" u="none" cap="none" strike="noStrike">
                <a:solidFill>
                  <a:schemeClr val="dk1"/>
                </a:solidFill>
                <a:latin typeface="Calibri"/>
                <a:ea typeface="Calibri"/>
                <a:cs typeface="Calibri"/>
                <a:sym typeface="Calibri"/>
              </a:endParaRPr>
            </a:p>
          </p:txBody>
        </p:sp>
      </p:grpSp>
      <p:sp>
        <p:nvSpPr>
          <p:cNvPr id="369" name="Google Shape;369;p11"/>
          <p:cNvSpPr txBox="1"/>
          <p:nvPr/>
        </p:nvSpPr>
        <p:spPr>
          <a:xfrm>
            <a:off x="2307377" y="3987750"/>
            <a:ext cx="5725800" cy="628200"/>
          </a:xfrm>
          <a:prstGeom prst="rect">
            <a:avLst/>
          </a:prstGeom>
          <a:noFill/>
          <a:ln>
            <a:noFill/>
          </a:ln>
        </p:spPr>
        <p:txBody>
          <a:bodyPr anchorCtr="0" anchor="t" bIns="0" lIns="0" spcFirstLastPara="1" rIns="0" wrap="square" tIns="0">
            <a:spAutoFit/>
          </a:bodyPr>
          <a:lstStyle/>
          <a:p>
            <a:pPr indent="0" lvl="0" marL="0" marR="0" rtl="0" algn="just">
              <a:lnSpc>
                <a:spcPct val="140018"/>
              </a:lnSpc>
              <a:spcBef>
                <a:spcPts val="0"/>
              </a:spcBef>
              <a:spcAft>
                <a:spcPts val="0"/>
              </a:spcAft>
              <a:buNone/>
            </a:pPr>
            <a:r>
              <a:rPr lang="en-US" sz="1700">
                <a:solidFill>
                  <a:srgbClr val="0D0D0D"/>
                </a:solidFill>
              </a:rPr>
              <a:t>Principio de no mostrar datos sensibles: No mostrar la dirección exacta del cliente ni su número de casa</a:t>
            </a:r>
            <a:endParaRPr sz="1700"/>
          </a:p>
        </p:txBody>
      </p:sp>
      <p:grpSp>
        <p:nvGrpSpPr>
          <p:cNvPr id="370" name="Google Shape;370;p11"/>
          <p:cNvGrpSpPr/>
          <p:nvPr/>
        </p:nvGrpSpPr>
        <p:grpSpPr>
          <a:xfrm>
            <a:off x="1975375" y="6322260"/>
            <a:ext cx="113386" cy="134645"/>
            <a:chOff x="0" y="-38100"/>
            <a:chExt cx="203200" cy="241300"/>
          </a:xfrm>
        </p:grpSpPr>
        <p:sp>
          <p:nvSpPr>
            <p:cNvPr id="371" name="Google Shape;371;p11"/>
            <p:cNvSpPr/>
            <p:nvPr/>
          </p:nvSpPr>
          <p:spPr>
            <a:xfrm>
              <a:off x="0" y="0"/>
              <a:ext cx="203200" cy="203200"/>
            </a:xfrm>
            <a:custGeom>
              <a:rect b="b" l="l" r="r" t="t"/>
              <a:pathLst>
                <a:path extrusionOk="0" h="203200" w="203200">
                  <a:moveTo>
                    <a:pt x="101600" y="0"/>
                  </a:moveTo>
                  <a:lnTo>
                    <a:pt x="203200" y="101600"/>
                  </a:lnTo>
                  <a:lnTo>
                    <a:pt x="101600" y="203200"/>
                  </a:lnTo>
                  <a:lnTo>
                    <a:pt x="0" y="101600"/>
                  </a:lnTo>
                  <a:lnTo>
                    <a:pt x="101600" y="0"/>
                  </a:lnTo>
                  <a:close/>
                </a:path>
              </a:pathLst>
            </a:custGeom>
            <a:solidFill>
              <a:srgbClr val="E30613"/>
            </a:solidFill>
            <a:ln>
              <a:noFill/>
            </a:ln>
          </p:spPr>
        </p:sp>
        <p:sp>
          <p:nvSpPr>
            <p:cNvPr id="372" name="Google Shape;372;p11"/>
            <p:cNvSpPr txBox="1"/>
            <p:nvPr/>
          </p:nvSpPr>
          <p:spPr>
            <a:xfrm>
              <a:off x="0" y="-38100"/>
              <a:ext cx="203100" cy="241200"/>
            </a:xfrm>
            <a:prstGeom prst="rect">
              <a:avLst/>
            </a:prstGeom>
            <a:noFill/>
            <a:ln>
              <a:noFill/>
            </a:ln>
          </p:spPr>
          <p:txBody>
            <a:bodyPr anchorCtr="0" anchor="ctr" bIns="37775" lIns="37775" spcFirstLastPara="1" rIns="37775" wrap="square" tIns="37775">
              <a:noAutofit/>
            </a:bodyPr>
            <a:lstStyle/>
            <a:p>
              <a:pPr indent="0" lvl="0" marL="0" marR="0" rtl="0" algn="l">
                <a:lnSpc>
                  <a:spcPct val="93277"/>
                </a:lnSpc>
                <a:spcBef>
                  <a:spcPts val="0"/>
                </a:spcBef>
                <a:spcAft>
                  <a:spcPts val="0"/>
                </a:spcAft>
                <a:buNone/>
              </a:pPr>
              <a:r>
                <a:t/>
              </a:r>
              <a:endParaRPr b="0" i="0" sz="1339" u="none" cap="none" strike="noStrike">
                <a:solidFill>
                  <a:schemeClr val="dk1"/>
                </a:solidFill>
                <a:latin typeface="Calibri"/>
                <a:ea typeface="Calibri"/>
                <a:cs typeface="Calibri"/>
                <a:sym typeface="Calibri"/>
              </a:endParaRPr>
            </a:p>
          </p:txBody>
        </p:sp>
      </p:grpSp>
      <p:sp>
        <p:nvSpPr>
          <p:cNvPr id="373" name="Google Shape;373;p11"/>
          <p:cNvSpPr txBox="1"/>
          <p:nvPr/>
        </p:nvSpPr>
        <p:spPr>
          <a:xfrm>
            <a:off x="2258798" y="6272651"/>
            <a:ext cx="5725800" cy="628200"/>
          </a:xfrm>
          <a:prstGeom prst="rect">
            <a:avLst/>
          </a:prstGeom>
          <a:noFill/>
          <a:ln>
            <a:noFill/>
          </a:ln>
        </p:spPr>
        <p:txBody>
          <a:bodyPr anchorCtr="0" anchor="t" bIns="0" lIns="0" spcFirstLastPara="1" rIns="0" wrap="square" tIns="0">
            <a:spAutoFit/>
          </a:bodyPr>
          <a:lstStyle/>
          <a:p>
            <a:pPr indent="0" lvl="0" marL="0" marR="0" rtl="0" algn="just">
              <a:lnSpc>
                <a:spcPct val="140018"/>
              </a:lnSpc>
              <a:spcBef>
                <a:spcPts val="0"/>
              </a:spcBef>
              <a:spcAft>
                <a:spcPts val="0"/>
              </a:spcAft>
              <a:buNone/>
            </a:pPr>
            <a:r>
              <a:rPr lang="en-US" sz="1700">
                <a:solidFill>
                  <a:srgbClr val="0D0D0D"/>
                </a:solidFill>
              </a:rPr>
              <a:t>Almacenamiento de Contraseñas: Guardar los hashes de contraseñas con algoritmos, no con texto plano.</a:t>
            </a:r>
            <a:endParaRPr sz="1700"/>
          </a:p>
        </p:txBody>
      </p:sp>
      <p:grpSp>
        <p:nvGrpSpPr>
          <p:cNvPr id="374" name="Google Shape;374;p11"/>
          <p:cNvGrpSpPr/>
          <p:nvPr/>
        </p:nvGrpSpPr>
        <p:grpSpPr>
          <a:xfrm>
            <a:off x="1975375" y="5025960"/>
            <a:ext cx="113386" cy="134645"/>
            <a:chOff x="0" y="-38100"/>
            <a:chExt cx="203200" cy="241300"/>
          </a:xfrm>
        </p:grpSpPr>
        <p:sp>
          <p:nvSpPr>
            <p:cNvPr id="375" name="Google Shape;375;p11"/>
            <p:cNvSpPr/>
            <p:nvPr/>
          </p:nvSpPr>
          <p:spPr>
            <a:xfrm>
              <a:off x="0" y="0"/>
              <a:ext cx="203200" cy="203200"/>
            </a:xfrm>
            <a:custGeom>
              <a:rect b="b" l="l" r="r" t="t"/>
              <a:pathLst>
                <a:path extrusionOk="0" h="203200" w="203200">
                  <a:moveTo>
                    <a:pt x="101600" y="0"/>
                  </a:moveTo>
                  <a:lnTo>
                    <a:pt x="203200" y="101600"/>
                  </a:lnTo>
                  <a:lnTo>
                    <a:pt x="101600" y="203200"/>
                  </a:lnTo>
                  <a:lnTo>
                    <a:pt x="0" y="101600"/>
                  </a:lnTo>
                  <a:lnTo>
                    <a:pt x="101600" y="0"/>
                  </a:lnTo>
                  <a:close/>
                </a:path>
              </a:pathLst>
            </a:custGeom>
            <a:solidFill>
              <a:srgbClr val="E30613"/>
            </a:solidFill>
            <a:ln>
              <a:noFill/>
            </a:ln>
          </p:spPr>
        </p:sp>
        <p:sp>
          <p:nvSpPr>
            <p:cNvPr id="376" name="Google Shape;376;p11"/>
            <p:cNvSpPr txBox="1"/>
            <p:nvPr/>
          </p:nvSpPr>
          <p:spPr>
            <a:xfrm>
              <a:off x="0" y="-38100"/>
              <a:ext cx="203100" cy="241200"/>
            </a:xfrm>
            <a:prstGeom prst="rect">
              <a:avLst/>
            </a:prstGeom>
            <a:noFill/>
            <a:ln>
              <a:noFill/>
            </a:ln>
          </p:spPr>
          <p:txBody>
            <a:bodyPr anchorCtr="0" anchor="ctr" bIns="37775" lIns="37775" spcFirstLastPara="1" rIns="37775" wrap="square" tIns="37775">
              <a:noAutofit/>
            </a:bodyPr>
            <a:lstStyle/>
            <a:p>
              <a:pPr indent="0" lvl="0" marL="0" marR="0" rtl="0" algn="l">
                <a:lnSpc>
                  <a:spcPct val="93277"/>
                </a:lnSpc>
                <a:spcBef>
                  <a:spcPts val="0"/>
                </a:spcBef>
                <a:spcAft>
                  <a:spcPts val="0"/>
                </a:spcAft>
                <a:buNone/>
              </a:pPr>
              <a:r>
                <a:t/>
              </a:r>
              <a:endParaRPr b="0" i="0" sz="1339" u="none" cap="none" strike="noStrike">
                <a:solidFill>
                  <a:schemeClr val="dk1"/>
                </a:solidFill>
                <a:latin typeface="Calibri"/>
                <a:ea typeface="Calibri"/>
                <a:cs typeface="Calibri"/>
                <a:sym typeface="Calibri"/>
              </a:endParaRPr>
            </a:p>
          </p:txBody>
        </p:sp>
      </p:grpSp>
      <p:sp>
        <p:nvSpPr>
          <p:cNvPr id="377" name="Google Shape;377;p11"/>
          <p:cNvSpPr txBox="1"/>
          <p:nvPr/>
        </p:nvSpPr>
        <p:spPr>
          <a:xfrm>
            <a:off x="2315258" y="4971851"/>
            <a:ext cx="5725800" cy="994500"/>
          </a:xfrm>
          <a:prstGeom prst="rect">
            <a:avLst/>
          </a:prstGeom>
          <a:noFill/>
          <a:ln>
            <a:noFill/>
          </a:ln>
        </p:spPr>
        <p:txBody>
          <a:bodyPr anchorCtr="0" anchor="t" bIns="0" lIns="0" spcFirstLastPara="1" rIns="0" wrap="square" tIns="0">
            <a:spAutoFit/>
          </a:bodyPr>
          <a:lstStyle/>
          <a:p>
            <a:pPr indent="0" lvl="0" marL="0" marR="0" rtl="0" algn="just">
              <a:lnSpc>
                <a:spcPct val="140018"/>
              </a:lnSpc>
              <a:spcBef>
                <a:spcPts val="0"/>
              </a:spcBef>
              <a:spcAft>
                <a:spcPts val="0"/>
              </a:spcAft>
              <a:buNone/>
            </a:pPr>
            <a:r>
              <a:rPr lang="en-US" sz="1700">
                <a:solidFill>
                  <a:srgbClr val="0D0D0D"/>
                </a:solidFill>
              </a:rPr>
              <a:t>Control de Acceso Basado en Roles: Garantizar desde el </a:t>
            </a:r>
            <a:r>
              <a:rPr lang="en-US" sz="1700">
                <a:solidFill>
                  <a:srgbClr val="0D0D0D"/>
                </a:solidFill>
              </a:rPr>
              <a:t>código</a:t>
            </a:r>
            <a:r>
              <a:rPr lang="en-US" sz="1700">
                <a:solidFill>
                  <a:srgbClr val="0D0D0D"/>
                </a:solidFill>
              </a:rPr>
              <a:t> que usuarios </a:t>
            </a:r>
            <a:r>
              <a:rPr lang="en-US" sz="1700">
                <a:solidFill>
                  <a:srgbClr val="0D0D0D"/>
                </a:solidFill>
              </a:rPr>
              <a:t>común</a:t>
            </a:r>
            <a:r>
              <a:rPr lang="en-US" sz="1700">
                <a:solidFill>
                  <a:srgbClr val="0D0D0D"/>
                </a:solidFill>
              </a:rPr>
              <a:t> puede editar o borrar sus propias tareas o mensajes</a:t>
            </a:r>
            <a:endParaRPr sz="1700"/>
          </a:p>
        </p:txBody>
      </p:sp>
      <p:grpSp>
        <p:nvGrpSpPr>
          <p:cNvPr id="378" name="Google Shape;378;p11"/>
          <p:cNvGrpSpPr/>
          <p:nvPr/>
        </p:nvGrpSpPr>
        <p:grpSpPr>
          <a:xfrm>
            <a:off x="10275125" y="2143548"/>
            <a:ext cx="6834535" cy="5468585"/>
            <a:chOff x="0" y="-38100"/>
            <a:chExt cx="11077042" cy="7446330"/>
          </a:xfrm>
        </p:grpSpPr>
        <p:sp>
          <p:nvSpPr>
            <p:cNvPr id="379" name="Google Shape;379;p11"/>
            <p:cNvSpPr/>
            <p:nvPr/>
          </p:nvSpPr>
          <p:spPr>
            <a:xfrm>
              <a:off x="0" y="0"/>
              <a:ext cx="11077042" cy="7408230"/>
            </a:xfrm>
            <a:custGeom>
              <a:rect b="b" l="l" r="r" t="t"/>
              <a:pathLst>
                <a:path extrusionOk="0" h="7408230" w="11077042">
                  <a:moveTo>
                    <a:pt x="484621" y="0"/>
                  </a:moveTo>
                  <a:lnTo>
                    <a:pt x="10592421" y="0"/>
                  </a:lnTo>
                  <a:cubicBezTo>
                    <a:pt x="10860070" y="0"/>
                    <a:pt x="11077042" y="331678"/>
                    <a:pt x="11077042" y="740823"/>
                  </a:cubicBezTo>
                  <a:lnTo>
                    <a:pt x="11077042" y="6667407"/>
                  </a:lnTo>
                  <a:cubicBezTo>
                    <a:pt x="11077042" y="7076552"/>
                    <a:pt x="10860070" y="7408230"/>
                    <a:pt x="10592421" y="7408230"/>
                  </a:cubicBezTo>
                  <a:lnTo>
                    <a:pt x="484621" y="7408230"/>
                  </a:lnTo>
                  <a:cubicBezTo>
                    <a:pt x="216972" y="7408230"/>
                    <a:pt x="0" y="7076552"/>
                    <a:pt x="0" y="6667407"/>
                  </a:cubicBezTo>
                  <a:lnTo>
                    <a:pt x="0" y="740823"/>
                  </a:lnTo>
                  <a:cubicBezTo>
                    <a:pt x="0" y="331678"/>
                    <a:pt x="216972" y="0"/>
                    <a:pt x="484621" y="0"/>
                  </a:cubicBezTo>
                  <a:close/>
                </a:path>
              </a:pathLst>
            </a:custGeom>
            <a:solidFill>
              <a:srgbClr val="F2F2F2"/>
            </a:solidFill>
            <a:ln>
              <a:noFill/>
            </a:ln>
          </p:spPr>
          <p:txBody>
            <a:bodyPr anchorCtr="0" anchor="ctr" bIns="86025" lIns="86025" spcFirstLastPara="1" rIns="86025" wrap="square" tIns="86025">
              <a:noAutofit/>
            </a:bodyPr>
            <a:lstStyle/>
            <a:p>
              <a:pPr indent="0" lvl="0" marL="0" rtl="0" algn="l">
                <a:spcBef>
                  <a:spcPts val="0"/>
                </a:spcBef>
                <a:spcAft>
                  <a:spcPts val="0"/>
                </a:spcAft>
                <a:buNone/>
              </a:pPr>
              <a:r>
                <a:t/>
              </a:r>
              <a:endParaRPr/>
            </a:p>
          </p:txBody>
        </p:sp>
        <p:sp>
          <p:nvSpPr>
            <p:cNvPr id="380" name="Google Shape;380;p11"/>
            <p:cNvSpPr txBox="1"/>
            <p:nvPr/>
          </p:nvSpPr>
          <p:spPr>
            <a:xfrm>
              <a:off x="0" y="-38100"/>
              <a:ext cx="11076900" cy="7446300"/>
            </a:xfrm>
            <a:prstGeom prst="rect">
              <a:avLst/>
            </a:prstGeom>
            <a:noFill/>
            <a:ln>
              <a:noFill/>
            </a:ln>
          </p:spPr>
          <p:txBody>
            <a:bodyPr anchorCtr="0" anchor="ctr" bIns="47775" lIns="47775" spcFirstLastPara="1" rIns="47775" wrap="square" tIns="47775">
              <a:noAutofit/>
            </a:bodyPr>
            <a:lstStyle/>
            <a:p>
              <a:pPr indent="0" lvl="0" marL="0" marR="0" rtl="0" algn="l">
                <a:lnSpc>
                  <a:spcPct val="93277"/>
                </a:lnSpc>
                <a:spcBef>
                  <a:spcPts val="0"/>
                </a:spcBef>
                <a:spcAft>
                  <a:spcPts val="0"/>
                </a:spcAft>
                <a:buNone/>
              </a:pPr>
              <a:r>
                <a:t/>
              </a:r>
              <a:endParaRPr b="0" i="0" sz="1694" u="none" cap="none" strike="noStrike">
                <a:solidFill>
                  <a:schemeClr val="dk1"/>
                </a:solidFill>
                <a:latin typeface="Calibri"/>
                <a:ea typeface="Calibri"/>
                <a:cs typeface="Calibri"/>
                <a:sym typeface="Calibri"/>
              </a:endParaRPr>
            </a:p>
          </p:txBody>
        </p:sp>
      </p:grpSp>
      <p:sp>
        <p:nvSpPr>
          <p:cNvPr id="381" name="Google Shape;381;p11"/>
          <p:cNvSpPr txBox="1"/>
          <p:nvPr/>
        </p:nvSpPr>
        <p:spPr>
          <a:xfrm>
            <a:off x="10771517" y="2690982"/>
            <a:ext cx="6125100" cy="9183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1" lang="en-US" sz="2486">
                <a:solidFill>
                  <a:srgbClr val="0D0D0D"/>
                </a:solidFill>
              </a:rPr>
              <a:t>Seguridad Técnica</a:t>
            </a:r>
            <a:endParaRPr b="1" sz="2486">
              <a:solidFill>
                <a:srgbClr val="0D0D0D"/>
              </a:solidFill>
            </a:endParaRPr>
          </a:p>
          <a:p>
            <a:pPr indent="0" lvl="0" marL="0" marR="0" rtl="0" algn="l">
              <a:lnSpc>
                <a:spcPct val="140018"/>
              </a:lnSpc>
              <a:spcBef>
                <a:spcPts val="0"/>
              </a:spcBef>
              <a:spcAft>
                <a:spcPts val="0"/>
              </a:spcAft>
              <a:buNone/>
            </a:pPr>
            <a:r>
              <a:rPr b="1" i="1" lang="en-US" sz="2486">
                <a:solidFill>
                  <a:srgbClr val="0D0D0D"/>
                </a:solidFill>
              </a:rPr>
              <a:t>Backend - Frontend</a:t>
            </a:r>
            <a:endParaRPr b="1" i="1" sz="2486">
              <a:solidFill>
                <a:srgbClr val="0D0D0D"/>
              </a:solidFill>
            </a:endParaRPr>
          </a:p>
        </p:txBody>
      </p:sp>
      <p:sp>
        <p:nvSpPr>
          <p:cNvPr id="382" name="Google Shape;382;p11"/>
          <p:cNvSpPr txBox="1"/>
          <p:nvPr/>
        </p:nvSpPr>
        <p:spPr>
          <a:xfrm>
            <a:off x="11009698" y="6272661"/>
            <a:ext cx="4591500" cy="1602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t/>
            </a:r>
            <a:endParaRPr sz="1041"/>
          </a:p>
        </p:txBody>
      </p:sp>
      <p:sp>
        <p:nvSpPr>
          <p:cNvPr id="383" name="Google Shape;383;p11"/>
          <p:cNvSpPr txBox="1"/>
          <p:nvPr/>
        </p:nvSpPr>
        <p:spPr>
          <a:xfrm>
            <a:off x="11054973" y="5130211"/>
            <a:ext cx="4591500" cy="160200"/>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t/>
            </a:r>
            <a:endParaRPr sz="1041"/>
          </a:p>
        </p:txBody>
      </p:sp>
      <p:grpSp>
        <p:nvGrpSpPr>
          <p:cNvPr id="384" name="Google Shape;384;p11"/>
          <p:cNvGrpSpPr/>
          <p:nvPr/>
        </p:nvGrpSpPr>
        <p:grpSpPr>
          <a:xfrm>
            <a:off x="10726262" y="3949831"/>
            <a:ext cx="113386" cy="134645"/>
            <a:chOff x="0" y="-38100"/>
            <a:chExt cx="203200" cy="241300"/>
          </a:xfrm>
        </p:grpSpPr>
        <p:sp>
          <p:nvSpPr>
            <p:cNvPr id="385" name="Google Shape;385;p11"/>
            <p:cNvSpPr/>
            <p:nvPr/>
          </p:nvSpPr>
          <p:spPr>
            <a:xfrm>
              <a:off x="0" y="0"/>
              <a:ext cx="203200" cy="203200"/>
            </a:xfrm>
            <a:custGeom>
              <a:rect b="b" l="l" r="r" t="t"/>
              <a:pathLst>
                <a:path extrusionOk="0" h="203200" w="203200">
                  <a:moveTo>
                    <a:pt x="101600" y="0"/>
                  </a:moveTo>
                  <a:lnTo>
                    <a:pt x="203200" y="101600"/>
                  </a:lnTo>
                  <a:lnTo>
                    <a:pt x="101600" y="203200"/>
                  </a:lnTo>
                  <a:lnTo>
                    <a:pt x="0" y="101600"/>
                  </a:lnTo>
                  <a:lnTo>
                    <a:pt x="101600" y="0"/>
                  </a:lnTo>
                  <a:close/>
                </a:path>
              </a:pathLst>
            </a:custGeom>
            <a:solidFill>
              <a:srgbClr val="E30613"/>
            </a:solidFill>
            <a:ln>
              <a:noFill/>
            </a:ln>
          </p:spPr>
        </p:sp>
        <p:sp>
          <p:nvSpPr>
            <p:cNvPr id="386" name="Google Shape;386;p11"/>
            <p:cNvSpPr txBox="1"/>
            <p:nvPr/>
          </p:nvSpPr>
          <p:spPr>
            <a:xfrm>
              <a:off x="0" y="-38100"/>
              <a:ext cx="203100" cy="241200"/>
            </a:xfrm>
            <a:prstGeom prst="rect">
              <a:avLst/>
            </a:prstGeom>
            <a:noFill/>
            <a:ln>
              <a:noFill/>
            </a:ln>
          </p:spPr>
          <p:txBody>
            <a:bodyPr anchorCtr="0" anchor="ctr" bIns="37775" lIns="37775" spcFirstLastPara="1" rIns="37775" wrap="square" tIns="37775">
              <a:noAutofit/>
            </a:bodyPr>
            <a:lstStyle/>
            <a:p>
              <a:pPr indent="0" lvl="0" marL="0" marR="0" rtl="0" algn="l">
                <a:lnSpc>
                  <a:spcPct val="93277"/>
                </a:lnSpc>
                <a:spcBef>
                  <a:spcPts val="0"/>
                </a:spcBef>
                <a:spcAft>
                  <a:spcPts val="0"/>
                </a:spcAft>
                <a:buNone/>
              </a:pPr>
              <a:r>
                <a:t/>
              </a:r>
              <a:endParaRPr b="0" i="0" sz="1339" u="none" cap="none" strike="noStrike">
                <a:solidFill>
                  <a:schemeClr val="dk1"/>
                </a:solidFill>
                <a:latin typeface="Calibri"/>
                <a:ea typeface="Calibri"/>
                <a:cs typeface="Calibri"/>
                <a:sym typeface="Calibri"/>
              </a:endParaRPr>
            </a:p>
          </p:txBody>
        </p:sp>
      </p:grpSp>
      <p:sp>
        <p:nvSpPr>
          <p:cNvPr id="387" name="Google Shape;387;p11"/>
          <p:cNvSpPr txBox="1"/>
          <p:nvPr/>
        </p:nvSpPr>
        <p:spPr>
          <a:xfrm>
            <a:off x="11048649" y="3891250"/>
            <a:ext cx="5536200" cy="628200"/>
          </a:xfrm>
          <a:prstGeom prst="rect">
            <a:avLst/>
          </a:prstGeom>
          <a:noFill/>
          <a:ln>
            <a:noFill/>
          </a:ln>
        </p:spPr>
        <p:txBody>
          <a:bodyPr anchorCtr="0" anchor="t" bIns="0" lIns="0" spcFirstLastPara="1" rIns="0" wrap="square" tIns="0">
            <a:spAutoFit/>
          </a:bodyPr>
          <a:lstStyle/>
          <a:p>
            <a:pPr indent="0" lvl="0" marL="0" marR="0" rtl="0" algn="just">
              <a:lnSpc>
                <a:spcPct val="140018"/>
              </a:lnSpc>
              <a:spcBef>
                <a:spcPts val="0"/>
              </a:spcBef>
              <a:spcAft>
                <a:spcPts val="0"/>
              </a:spcAft>
              <a:buNone/>
            </a:pPr>
            <a:r>
              <a:rPr lang="en-US" sz="1700">
                <a:solidFill>
                  <a:srgbClr val="0D0D0D"/>
                </a:solidFill>
              </a:rPr>
              <a:t>Cifrado en tránsito: Toda la comunicación con el servidor debe </a:t>
            </a:r>
            <a:r>
              <a:rPr lang="en-US" sz="1700">
                <a:solidFill>
                  <a:srgbClr val="0D0D0D"/>
                </a:solidFill>
              </a:rPr>
              <a:t>ir cifrada</a:t>
            </a:r>
            <a:r>
              <a:rPr lang="en-US" sz="1700">
                <a:solidFill>
                  <a:srgbClr val="0D0D0D"/>
                </a:solidFill>
              </a:rPr>
              <a:t>. </a:t>
            </a:r>
            <a:endParaRPr sz="1700"/>
          </a:p>
        </p:txBody>
      </p:sp>
      <p:grpSp>
        <p:nvGrpSpPr>
          <p:cNvPr id="388" name="Google Shape;388;p11"/>
          <p:cNvGrpSpPr/>
          <p:nvPr/>
        </p:nvGrpSpPr>
        <p:grpSpPr>
          <a:xfrm>
            <a:off x="10726262" y="4685106"/>
            <a:ext cx="113386" cy="134645"/>
            <a:chOff x="0" y="-38100"/>
            <a:chExt cx="203200" cy="241300"/>
          </a:xfrm>
        </p:grpSpPr>
        <p:sp>
          <p:nvSpPr>
            <p:cNvPr id="389" name="Google Shape;389;p11"/>
            <p:cNvSpPr/>
            <p:nvPr/>
          </p:nvSpPr>
          <p:spPr>
            <a:xfrm>
              <a:off x="0" y="0"/>
              <a:ext cx="203200" cy="203200"/>
            </a:xfrm>
            <a:custGeom>
              <a:rect b="b" l="l" r="r" t="t"/>
              <a:pathLst>
                <a:path extrusionOk="0" h="203200" w="203200">
                  <a:moveTo>
                    <a:pt x="101600" y="0"/>
                  </a:moveTo>
                  <a:lnTo>
                    <a:pt x="203200" y="101600"/>
                  </a:lnTo>
                  <a:lnTo>
                    <a:pt x="101600" y="203200"/>
                  </a:lnTo>
                  <a:lnTo>
                    <a:pt x="0" y="101600"/>
                  </a:lnTo>
                  <a:lnTo>
                    <a:pt x="101600" y="0"/>
                  </a:lnTo>
                  <a:close/>
                </a:path>
              </a:pathLst>
            </a:custGeom>
            <a:solidFill>
              <a:srgbClr val="E30613"/>
            </a:solidFill>
            <a:ln>
              <a:noFill/>
            </a:ln>
          </p:spPr>
        </p:sp>
        <p:sp>
          <p:nvSpPr>
            <p:cNvPr id="390" name="Google Shape;390;p11"/>
            <p:cNvSpPr txBox="1"/>
            <p:nvPr/>
          </p:nvSpPr>
          <p:spPr>
            <a:xfrm>
              <a:off x="0" y="-38100"/>
              <a:ext cx="203100" cy="241200"/>
            </a:xfrm>
            <a:prstGeom prst="rect">
              <a:avLst/>
            </a:prstGeom>
            <a:noFill/>
            <a:ln>
              <a:noFill/>
            </a:ln>
          </p:spPr>
          <p:txBody>
            <a:bodyPr anchorCtr="0" anchor="ctr" bIns="37775" lIns="37775" spcFirstLastPara="1" rIns="37775" wrap="square" tIns="37775">
              <a:noAutofit/>
            </a:bodyPr>
            <a:lstStyle/>
            <a:p>
              <a:pPr indent="0" lvl="0" marL="0" marR="0" rtl="0" algn="l">
                <a:lnSpc>
                  <a:spcPct val="93277"/>
                </a:lnSpc>
                <a:spcBef>
                  <a:spcPts val="0"/>
                </a:spcBef>
                <a:spcAft>
                  <a:spcPts val="0"/>
                </a:spcAft>
                <a:buNone/>
              </a:pPr>
              <a:r>
                <a:t/>
              </a:r>
              <a:endParaRPr b="0" i="0" sz="1339" u="none" cap="none" strike="noStrike">
                <a:solidFill>
                  <a:schemeClr val="dk1"/>
                </a:solidFill>
                <a:latin typeface="Calibri"/>
                <a:ea typeface="Calibri"/>
                <a:cs typeface="Calibri"/>
                <a:sym typeface="Calibri"/>
              </a:endParaRPr>
            </a:p>
          </p:txBody>
        </p:sp>
      </p:grpSp>
      <p:sp>
        <p:nvSpPr>
          <p:cNvPr id="391" name="Google Shape;391;p11"/>
          <p:cNvSpPr txBox="1"/>
          <p:nvPr/>
        </p:nvSpPr>
        <p:spPr>
          <a:xfrm>
            <a:off x="11048649" y="4626525"/>
            <a:ext cx="5536200" cy="994500"/>
          </a:xfrm>
          <a:prstGeom prst="rect">
            <a:avLst/>
          </a:prstGeom>
          <a:noFill/>
          <a:ln>
            <a:noFill/>
          </a:ln>
        </p:spPr>
        <p:txBody>
          <a:bodyPr anchorCtr="0" anchor="t" bIns="0" lIns="0" spcFirstLastPara="1" rIns="0" wrap="square" tIns="0">
            <a:spAutoFit/>
          </a:bodyPr>
          <a:lstStyle/>
          <a:p>
            <a:pPr indent="0" lvl="0" marL="0" marR="0" rtl="0" algn="just">
              <a:lnSpc>
                <a:spcPct val="140018"/>
              </a:lnSpc>
              <a:spcBef>
                <a:spcPts val="0"/>
              </a:spcBef>
              <a:spcAft>
                <a:spcPts val="0"/>
              </a:spcAft>
              <a:buNone/>
            </a:pPr>
            <a:r>
              <a:rPr lang="en-US" sz="1700">
                <a:solidFill>
                  <a:srgbClr val="0D0D0D"/>
                </a:solidFill>
              </a:rPr>
              <a:t>Manejo de Sesiones: Las peticiones entre el frontend y el backend se autentican mediante tokens de corta duración.</a:t>
            </a:r>
            <a:endParaRPr sz="1700"/>
          </a:p>
        </p:txBody>
      </p:sp>
      <p:grpSp>
        <p:nvGrpSpPr>
          <p:cNvPr id="392" name="Google Shape;392;p11"/>
          <p:cNvGrpSpPr/>
          <p:nvPr/>
        </p:nvGrpSpPr>
        <p:grpSpPr>
          <a:xfrm>
            <a:off x="10726262" y="5860831"/>
            <a:ext cx="113386" cy="134645"/>
            <a:chOff x="0" y="-38100"/>
            <a:chExt cx="203200" cy="241300"/>
          </a:xfrm>
        </p:grpSpPr>
        <p:sp>
          <p:nvSpPr>
            <p:cNvPr id="393" name="Google Shape;393;p11"/>
            <p:cNvSpPr/>
            <p:nvPr/>
          </p:nvSpPr>
          <p:spPr>
            <a:xfrm>
              <a:off x="0" y="0"/>
              <a:ext cx="203200" cy="203200"/>
            </a:xfrm>
            <a:custGeom>
              <a:rect b="b" l="l" r="r" t="t"/>
              <a:pathLst>
                <a:path extrusionOk="0" h="203200" w="203200">
                  <a:moveTo>
                    <a:pt x="101600" y="0"/>
                  </a:moveTo>
                  <a:lnTo>
                    <a:pt x="203200" y="101600"/>
                  </a:lnTo>
                  <a:lnTo>
                    <a:pt x="101600" y="203200"/>
                  </a:lnTo>
                  <a:lnTo>
                    <a:pt x="0" y="101600"/>
                  </a:lnTo>
                  <a:lnTo>
                    <a:pt x="101600" y="0"/>
                  </a:lnTo>
                  <a:close/>
                </a:path>
              </a:pathLst>
            </a:custGeom>
            <a:solidFill>
              <a:srgbClr val="E30613"/>
            </a:solidFill>
            <a:ln>
              <a:noFill/>
            </a:ln>
          </p:spPr>
        </p:sp>
        <p:sp>
          <p:nvSpPr>
            <p:cNvPr id="394" name="Google Shape;394;p11"/>
            <p:cNvSpPr txBox="1"/>
            <p:nvPr/>
          </p:nvSpPr>
          <p:spPr>
            <a:xfrm>
              <a:off x="0" y="-38100"/>
              <a:ext cx="203100" cy="241200"/>
            </a:xfrm>
            <a:prstGeom prst="rect">
              <a:avLst/>
            </a:prstGeom>
            <a:noFill/>
            <a:ln>
              <a:noFill/>
            </a:ln>
          </p:spPr>
          <p:txBody>
            <a:bodyPr anchorCtr="0" anchor="ctr" bIns="37775" lIns="37775" spcFirstLastPara="1" rIns="37775" wrap="square" tIns="37775">
              <a:noAutofit/>
            </a:bodyPr>
            <a:lstStyle/>
            <a:p>
              <a:pPr indent="0" lvl="0" marL="0" marR="0" rtl="0" algn="l">
                <a:lnSpc>
                  <a:spcPct val="93277"/>
                </a:lnSpc>
                <a:spcBef>
                  <a:spcPts val="0"/>
                </a:spcBef>
                <a:spcAft>
                  <a:spcPts val="0"/>
                </a:spcAft>
                <a:buNone/>
              </a:pPr>
              <a:r>
                <a:t/>
              </a:r>
              <a:endParaRPr b="0" i="0" sz="1339" u="none" cap="none" strike="noStrike">
                <a:solidFill>
                  <a:schemeClr val="dk1"/>
                </a:solidFill>
                <a:latin typeface="Calibri"/>
                <a:ea typeface="Calibri"/>
                <a:cs typeface="Calibri"/>
                <a:sym typeface="Calibri"/>
              </a:endParaRPr>
            </a:p>
          </p:txBody>
        </p:sp>
      </p:grpSp>
      <p:sp>
        <p:nvSpPr>
          <p:cNvPr id="395" name="Google Shape;395;p11"/>
          <p:cNvSpPr txBox="1"/>
          <p:nvPr/>
        </p:nvSpPr>
        <p:spPr>
          <a:xfrm>
            <a:off x="11048649" y="5802250"/>
            <a:ext cx="5536200" cy="628200"/>
          </a:xfrm>
          <a:prstGeom prst="rect">
            <a:avLst/>
          </a:prstGeom>
          <a:noFill/>
          <a:ln>
            <a:noFill/>
          </a:ln>
        </p:spPr>
        <p:txBody>
          <a:bodyPr anchorCtr="0" anchor="t" bIns="0" lIns="0" spcFirstLastPara="1" rIns="0" wrap="square" tIns="0">
            <a:spAutoFit/>
          </a:bodyPr>
          <a:lstStyle/>
          <a:p>
            <a:pPr indent="0" lvl="0" marL="0" marR="0" rtl="0" algn="just">
              <a:lnSpc>
                <a:spcPct val="140018"/>
              </a:lnSpc>
              <a:spcBef>
                <a:spcPts val="0"/>
              </a:spcBef>
              <a:spcAft>
                <a:spcPts val="0"/>
              </a:spcAft>
              <a:buNone/>
            </a:pPr>
            <a:r>
              <a:rPr lang="en-US" sz="1700">
                <a:solidFill>
                  <a:srgbClr val="0D0D0D"/>
                </a:solidFill>
              </a:rPr>
              <a:t>Control de frecuencia: Limitar la cantidad de peticiones por minuto desde una misma IP, a la API del backend.</a:t>
            </a:r>
            <a:endParaRPr sz="17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grpSp>
        <p:nvGrpSpPr>
          <p:cNvPr id="400" name="Google Shape;400;g3f8c140b409_0_0"/>
          <p:cNvGrpSpPr/>
          <p:nvPr/>
        </p:nvGrpSpPr>
        <p:grpSpPr>
          <a:xfrm>
            <a:off x="0" y="-28575"/>
            <a:ext cx="18288000" cy="104850"/>
            <a:chOff x="0" y="-38100"/>
            <a:chExt cx="24384000" cy="139800"/>
          </a:xfrm>
        </p:grpSpPr>
        <p:sp>
          <p:nvSpPr>
            <p:cNvPr id="401" name="Google Shape;401;g3f8c140b409_0_0"/>
            <p:cNvSpPr/>
            <p:nvPr/>
          </p:nvSpPr>
          <p:spPr>
            <a:xfrm>
              <a:off x="0" y="0"/>
              <a:ext cx="24384000" cy="101600"/>
            </a:xfrm>
            <a:custGeom>
              <a:rect b="b" l="l" r="r" t="t"/>
              <a:pathLst>
                <a:path extrusionOk="0" h="101600" w="24384000">
                  <a:moveTo>
                    <a:pt x="0" y="0"/>
                  </a:moveTo>
                  <a:lnTo>
                    <a:pt x="24384000" y="0"/>
                  </a:lnTo>
                  <a:lnTo>
                    <a:pt x="24384000" y="101600"/>
                  </a:lnTo>
                  <a:lnTo>
                    <a:pt x="0" y="101600"/>
                  </a:lnTo>
                  <a:close/>
                </a:path>
              </a:pathLst>
            </a:custGeom>
            <a:solidFill>
              <a:srgbClr val="E30613"/>
            </a:solidFill>
            <a:ln>
              <a:noFill/>
            </a:ln>
          </p:spPr>
        </p:sp>
        <p:sp>
          <p:nvSpPr>
            <p:cNvPr id="402" name="Google Shape;402;g3f8c140b409_0_0"/>
            <p:cNvSpPr txBox="1"/>
            <p:nvPr/>
          </p:nvSpPr>
          <p:spPr>
            <a:xfrm>
              <a:off x="0" y="-38100"/>
              <a:ext cx="24384000" cy="1398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03" name="Google Shape;403;g3f8c140b409_0_0"/>
          <p:cNvSpPr txBox="1"/>
          <p:nvPr/>
        </p:nvSpPr>
        <p:spPr>
          <a:xfrm>
            <a:off x="571500" y="342900"/>
            <a:ext cx="11430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lang="en-US" sz="2400">
                <a:solidFill>
                  <a:srgbClr val="E30613"/>
                </a:solidFill>
                <a:latin typeface="Antonio"/>
                <a:ea typeface="Antonio"/>
                <a:cs typeface="Antonio"/>
                <a:sym typeface="Antonio"/>
              </a:rPr>
              <a:t>11</a:t>
            </a:r>
            <a:endParaRPr/>
          </a:p>
        </p:txBody>
      </p:sp>
      <p:sp>
        <p:nvSpPr>
          <p:cNvPr id="404" name="Google Shape;404;g3f8c140b409_0_0"/>
          <p:cNvSpPr txBox="1"/>
          <p:nvPr/>
        </p:nvSpPr>
        <p:spPr>
          <a:xfrm>
            <a:off x="5726490" y="342900"/>
            <a:ext cx="6834900" cy="1108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7200">
                <a:solidFill>
                  <a:srgbClr val="1A1A1A"/>
                </a:solidFill>
                <a:latin typeface="Antonio"/>
                <a:ea typeface="Antonio"/>
                <a:cs typeface="Antonio"/>
                <a:sym typeface="Antonio"/>
              </a:rPr>
              <a:t>Modelo de negocio</a:t>
            </a:r>
            <a:endParaRPr/>
          </a:p>
        </p:txBody>
      </p:sp>
      <p:grpSp>
        <p:nvGrpSpPr>
          <p:cNvPr id="405" name="Google Shape;405;g3f8c140b409_0_0"/>
          <p:cNvGrpSpPr/>
          <p:nvPr/>
        </p:nvGrpSpPr>
        <p:grpSpPr>
          <a:xfrm flipH="1" rot="10800000">
            <a:off x="6587897" y="1346258"/>
            <a:ext cx="5112110" cy="104853"/>
            <a:chOff x="0" y="-38100"/>
            <a:chExt cx="4958400" cy="101700"/>
          </a:xfrm>
        </p:grpSpPr>
        <p:sp>
          <p:nvSpPr>
            <p:cNvPr id="406" name="Google Shape;406;g3f8c140b409_0_0"/>
            <p:cNvSpPr/>
            <p:nvPr/>
          </p:nvSpPr>
          <p:spPr>
            <a:xfrm>
              <a:off x="0" y="0"/>
              <a:ext cx="4958310" cy="63500"/>
            </a:xfrm>
            <a:custGeom>
              <a:rect b="b" l="l" r="r" t="t"/>
              <a:pathLst>
                <a:path extrusionOk="0" h="63500" w="4958310">
                  <a:moveTo>
                    <a:pt x="0" y="0"/>
                  </a:moveTo>
                  <a:lnTo>
                    <a:pt x="4958310" y="0"/>
                  </a:lnTo>
                  <a:lnTo>
                    <a:pt x="4958310" y="63500"/>
                  </a:lnTo>
                  <a:lnTo>
                    <a:pt x="0" y="63500"/>
                  </a:lnTo>
                  <a:close/>
                </a:path>
              </a:pathLst>
            </a:custGeom>
            <a:solidFill>
              <a:srgbClr val="E30613"/>
            </a:solidFill>
            <a:ln>
              <a:noFill/>
            </a:ln>
          </p:spPr>
        </p:sp>
        <p:sp>
          <p:nvSpPr>
            <p:cNvPr id="407" name="Google Shape;407;g3f8c140b409_0_0"/>
            <p:cNvSpPr txBox="1"/>
            <p:nvPr/>
          </p:nvSpPr>
          <p:spPr>
            <a:xfrm>
              <a:off x="0" y="-38100"/>
              <a:ext cx="4958400" cy="101700"/>
            </a:xfrm>
            <a:prstGeom prst="rect">
              <a:avLst/>
            </a:prstGeom>
            <a:noFill/>
            <a:ln>
              <a:noFill/>
            </a:ln>
          </p:spPr>
          <p:txBody>
            <a:bodyPr anchorCtr="0" anchor="ctr" bIns="69825" lIns="69825" spcFirstLastPara="1" rIns="69825" wrap="square" tIns="69825">
              <a:noAutofit/>
            </a:bodyPr>
            <a:lstStyle/>
            <a:p>
              <a:pPr indent="0" lvl="0" marL="0" marR="0" rtl="0" algn="l">
                <a:lnSpc>
                  <a:spcPct val="93277"/>
                </a:lnSpc>
                <a:spcBef>
                  <a:spcPts val="0"/>
                </a:spcBef>
                <a:spcAft>
                  <a:spcPts val="0"/>
                </a:spcAft>
                <a:buNone/>
              </a:pPr>
              <a:r>
                <a:t/>
              </a:r>
              <a:endParaRPr b="0" i="0" sz="2474" u="none" cap="none" strike="noStrike">
                <a:solidFill>
                  <a:schemeClr val="dk1"/>
                </a:solidFill>
                <a:latin typeface="Calibri"/>
                <a:ea typeface="Calibri"/>
                <a:cs typeface="Calibri"/>
                <a:sym typeface="Calibri"/>
              </a:endParaRPr>
            </a:p>
          </p:txBody>
        </p:sp>
      </p:grpSp>
      <p:grpSp>
        <p:nvGrpSpPr>
          <p:cNvPr id="408" name="Google Shape;408;g3f8c140b409_0_0"/>
          <p:cNvGrpSpPr/>
          <p:nvPr/>
        </p:nvGrpSpPr>
        <p:grpSpPr>
          <a:xfrm>
            <a:off x="0" y="10182225"/>
            <a:ext cx="18288000" cy="104850"/>
            <a:chOff x="0" y="-38100"/>
            <a:chExt cx="24384000" cy="139800"/>
          </a:xfrm>
        </p:grpSpPr>
        <p:sp>
          <p:nvSpPr>
            <p:cNvPr id="409" name="Google Shape;409;g3f8c140b409_0_0"/>
            <p:cNvSpPr/>
            <p:nvPr/>
          </p:nvSpPr>
          <p:spPr>
            <a:xfrm>
              <a:off x="0" y="0"/>
              <a:ext cx="24384000" cy="101600"/>
            </a:xfrm>
            <a:custGeom>
              <a:rect b="b" l="l" r="r" t="t"/>
              <a:pathLst>
                <a:path extrusionOk="0" h="101600" w="24384000">
                  <a:moveTo>
                    <a:pt x="0" y="0"/>
                  </a:moveTo>
                  <a:lnTo>
                    <a:pt x="24384000" y="0"/>
                  </a:lnTo>
                  <a:lnTo>
                    <a:pt x="24384000" y="101600"/>
                  </a:lnTo>
                  <a:lnTo>
                    <a:pt x="0" y="101600"/>
                  </a:lnTo>
                  <a:close/>
                </a:path>
              </a:pathLst>
            </a:custGeom>
            <a:solidFill>
              <a:srgbClr val="E30613"/>
            </a:solidFill>
            <a:ln>
              <a:noFill/>
            </a:ln>
          </p:spPr>
        </p:sp>
        <p:sp>
          <p:nvSpPr>
            <p:cNvPr id="410" name="Google Shape;410;g3f8c140b409_0_0"/>
            <p:cNvSpPr txBox="1"/>
            <p:nvPr/>
          </p:nvSpPr>
          <p:spPr>
            <a:xfrm>
              <a:off x="0" y="-38100"/>
              <a:ext cx="24384000" cy="1398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411" name="Google Shape;411;g3f8c140b409_0_0"/>
          <p:cNvPicPr preferRelativeResize="0"/>
          <p:nvPr/>
        </p:nvPicPr>
        <p:blipFill rotWithShape="1">
          <a:blip r:embed="rId3">
            <a:alphaModFix/>
          </a:blip>
          <a:srcRect b="0" l="0" r="0" t="0"/>
          <a:stretch/>
        </p:blipFill>
        <p:spPr>
          <a:xfrm>
            <a:off x="16001984" y="-868967"/>
            <a:ext cx="2286006" cy="2286006"/>
          </a:xfrm>
          <a:prstGeom prst="rect">
            <a:avLst/>
          </a:prstGeom>
          <a:noFill/>
          <a:ln>
            <a:noFill/>
          </a:ln>
        </p:spPr>
      </p:pic>
      <p:pic>
        <p:nvPicPr>
          <p:cNvPr id="412" name="Google Shape;412;g3f8c140b409_0_0"/>
          <p:cNvPicPr preferRelativeResize="0"/>
          <p:nvPr/>
        </p:nvPicPr>
        <p:blipFill>
          <a:blip r:embed="rId4">
            <a:alphaModFix/>
          </a:blip>
          <a:stretch>
            <a:fillRect/>
          </a:stretch>
        </p:blipFill>
        <p:spPr>
          <a:xfrm>
            <a:off x="1543938" y="1586475"/>
            <a:ext cx="14980133" cy="84263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416" name="Shape 416"/>
        <p:cNvGrpSpPr/>
        <p:nvPr/>
      </p:nvGrpSpPr>
      <p:grpSpPr>
        <a:xfrm>
          <a:off x="0" y="0"/>
          <a:ext cx="0" cy="0"/>
          <a:chOff x="0" y="0"/>
          <a:chExt cx="0" cy="0"/>
        </a:xfrm>
      </p:grpSpPr>
      <p:grpSp>
        <p:nvGrpSpPr>
          <p:cNvPr id="417" name="Google Shape;417;p12"/>
          <p:cNvGrpSpPr/>
          <p:nvPr/>
        </p:nvGrpSpPr>
        <p:grpSpPr>
          <a:xfrm>
            <a:off x="16383000" y="-981075"/>
            <a:ext cx="2857500" cy="2886075"/>
            <a:chOff x="0" y="-38100"/>
            <a:chExt cx="3810000" cy="3848100"/>
          </a:xfrm>
        </p:grpSpPr>
        <p:sp>
          <p:nvSpPr>
            <p:cNvPr id="418" name="Google Shape;418;p12"/>
            <p:cNvSpPr/>
            <p:nvPr/>
          </p:nvSpPr>
          <p:spPr>
            <a:xfrm>
              <a:off x="0" y="0"/>
              <a:ext cx="3810000" cy="3810000"/>
            </a:xfrm>
            <a:custGeom>
              <a:rect b="b" l="l" r="r" t="t"/>
              <a:pathLst>
                <a:path extrusionOk="0" h="3810000" w="3810000">
                  <a:moveTo>
                    <a:pt x="1905000" y="0"/>
                  </a:moveTo>
                  <a:cubicBezTo>
                    <a:pt x="852898" y="0"/>
                    <a:pt x="0" y="852898"/>
                    <a:pt x="0" y="1905000"/>
                  </a:cubicBezTo>
                  <a:cubicBezTo>
                    <a:pt x="0" y="2957102"/>
                    <a:pt x="852898" y="3810000"/>
                    <a:pt x="1905000" y="3810000"/>
                  </a:cubicBezTo>
                  <a:cubicBezTo>
                    <a:pt x="2957102" y="3810000"/>
                    <a:pt x="3810000" y="2957102"/>
                    <a:pt x="3810000" y="1905000"/>
                  </a:cubicBezTo>
                  <a:cubicBezTo>
                    <a:pt x="3810000" y="852898"/>
                    <a:pt x="2957102" y="0"/>
                    <a:pt x="1905000" y="0"/>
                  </a:cubicBezTo>
                  <a:close/>
                </a:path>
              </a:pathLst>
            </a:custGeom>
            <a:solidFill>
              <a:srgbClr val="E30613">
                <a:alpha val="1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2"/>
            <p:cNvSpPr txBox="1"/>
            <p:nvPr/>
          </p:nvSpPr>
          <p:spPr>
            <a:xfrm>
              <a:off x="0" y="-38100"/>
              <a:ext cx="3810000" cy="38481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0" name="Google Shape;420;p12"/>
          <p:cNvSpPr txBox="1"/>
          <p:nvPr/>
        </p:nvSpPr>
        <p:spPr>
          <a:xfrm>
            <a:off x="762000" y="342900"/>
            <a:ext cx="1143000" cy="3693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0" i="0" lang="en-US" sz="2400" u="none" cap="none" strike="noStrike">
                <a:solidFill>
                  <a:srgbClr val="E30613"/>
                </a:solidFill>
                <a:latin typeface="Antonio"/>
                <a:ea typeface="Antonio"/>
                <a:cs typeface="Antonio"/>
                <a:sym typeface="Antonio"/>
              </a:rPr>
              <a:t>1</a:t>
            </a:r>
            <a:r>
              <a:rPr lang="en-US" sz="2400">
                <a:solidFill>
                  <a:srgbClr val="E30613"/>
                </a:solidFill>
                <a:latin typeface="Antonio"/>
                <a:ea typeface="Antonio"/>
                <a:cs typeface="Antonio"/>
                <a:sym typeface="Antonio"/>
              </a:rPr>
              <a:t>2</a:t>
            </a:r>
            <a:endParaRPr/>
          </a:p>
        </p:txBody>
      </p:sp>
      <p:sp>
        <p:nvSpPr>
          <p:cNvPr id="421" name="Google Shape;421;p12"/>
          <p:cNvSpPr txBox="1"/>
          <p:nvPr/>
        </p:nvSpPr>
        <p:spPr>
          <a:xfrm>
            <a:off x="1390200" y="159250"/>
            <a:ext cx="3054300" cy="110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7200" u="none" cap="none" strike="noStrike">
                <a:solidFill>
                  <a:srgbClr val="1A1A1A"/>
                </a:solidFill>
                <a:latin typeface="Antonio"/>
                <a:ea typeface="Antonio"/>
                <a:cs typeface="Antonio"/>
                <a:sym typeface="Antonio"/>
              </a:rPr>
              <a:t>MOCKUP</a:t>
            </a:r>
            <a:endParaRPr/>
          </a:p>
        </p:txBody>
      </p:sp>
      <p:grpSp>
        <p:nvGrpSpPr>
          <p:cNvPr id="422" name="Google Shape;422;p12"/>
          <p:cNvGrpSpPr/>
          <p:nvPr/>
        </p:nvGrpSpPr>
        <p:grpSpPr>
          <a:xfrm>
            <a:off x="1775272" y="1056495"/>
            <a:ext cx="1821307" cy="127500"/>
            <a:chOff x="0" y="-38100"/>
            <a:chExt cx="1270000" cy="88900"/>
          </a:xfrm>
        </p:grpSpPr>
        <p:sp>
          <p:nvSpPr>
            <p:cNvPr id="423" name="Google Shape;423;p12"/>
            <p:cNvSpPr/>
            <p:nvPr/>
          </p:nvSpPr>
          <p:spPr>
            <a:xfrm>
              <a:off x="0" y="0"/>
              <a:ext cx="1270000" cy="50800"/>
            </a:xfrm>
            <a:custGeom>
              <a:rect b="b" l="l" r="r" t="t"/>
              <a:pathLst>
                <a:path extrusionOk="0" h="50800" w="1270000">
                  <a:moveTo>
                    <a:pt x="0" y="0"/>
                  </a:moveTo>
                  <a:lnTo>
                    <a:pt x="1270000" y="0"/>
                  </a:lnTo>
                  <a:lnTo>
                    <a:pt x="1270000" y="50800"/>
                  </a:lnTo>
                  <a:lnTo>
                    <a:pt x="0" y="50800"/>
                  </a:lnTo>
                  <a:close/>
                </a:path>
              </a:pathLst>
            </a:custGeom>
            <a:solidFill>
              <a:srgbClr val="E30613"/>
            </a:solidFill>
            <a:ln>
              <a:noFill/>
            </a:ln>
          </p:spPr>
        </p:sp>
        <p:sp>
          <p:nvSpPr>
            <p:cNvPr id="424" name="Google Shape;424;p12"/>
            <p:cNvSpPr txBox="1"/>
            <p:nvPr/>
          </p:nvSpPr>
          <p:spPr>
            <a:xfrm>
              <a:off x="0" y="-38100"/>
              <a:ext cx="1270000" cy="88900"/>
            </a:xfrm>
            <a:prstGeom prst="rect">
              <a:avLst/>
            </a:prstGeom>
            <a:noFill/>
            <a:ln>
              <a:noFill/>
            </a:ln>
          </p:spPr>
          <p:txBody>
            <a:bodyPr anchorCtr="0" anchor="ctr" bIns="97125" lIns="97125" spcFirstLastPara="1" rIns="97125" wrap="square" tIns="97125">
              <a:noAutofit/>
            </a:bodyPr>
            <a:lstStyle/>
            <a:p>
              <a:pPr indent="0" lvl="0" marL="0" marR="0" rtl="0" algn="l">
                <a:lnSpc>
                  <a:spcPct val="93277"/>
                </a:lnSpc>
                <a:spcBef>
                  <a:spcPts val="0"/>
                </a:spcBef>
                <a:spcAft>
                  <a:spcPts val="0"/>
                </a:spcAft>
                <a:buNone/>
              </a:pPr>
              <a:r>
                <a:t/>
              </a:r>
              <a:endParaRPr b="0" i="0" sz="3442" u="none" cap="none" strike="noStrike">
                <a:solidFill>
                  <a:schemeClr val="dk1"/>
                </a:solidFill>
                <a:latin typeface="Calibri"/>
                <a:ea typeface="Calibri"/>
                <a:cs typeface="Calibri"/>
                <a:sym typeface="Calibri"/>
              </a:endParaRPr>
            </a:p>
          </p:txBody>
        </p:sp>
      </p:grpSp>
      <p:pic>
        <p:nvPicPr>
          <p:cNvPr id="425" name="Google Shape;425;p12"/>
          <p:cNvPicPr preferRelativeResize="0"/>
          <p:nvPr/>
        </p:nvPicPr>
        <p:blipFill rotWithShape="1">
          <a:blip r:embed="rId3">
            <a:alphaModFix/>
          </a:blip>
          <a:srcRect b="0" l="0" r="0" t="0"/>
          <a:stretch/>
        </p:blipFill>
        <p:spPr>
          <a:xfrm>
            <a:off x="16001984" y="-868967"/>
            <a:ext cx="2286006" cy="2286006"/>
          </a:xfrm>
          <a:prstGeom prst="rect">
            <a:avLst/>
          </a:prstGeom>
          <a:noFill/>
          <a:ln>
            <a:noFill/>
          </a:ln>
        </p:spPr>
      </p:pic>
      <p:pic>
        <p:nvPicPr>
          <p:cNvPr id="426" name="Google Shape;426;p12"/>
          <p:cNvPicPr preferRelativeResize="0"/>
          <p:nvPr/>
        </p:nvPicPr>
        <p:blipFill>
          <a:blip r:embed="rId4">
            <a:alphaModFix/>
          </a:blip>
          <a:stretch>
            <a:fillRect/>
          </a:stretch>
        </p:blipFill>
        <p:spPr>
          <a:xfrm>
            <a:off x="573536" y="2646151"/>
            <a:ext cx="2778124" cy="6012150"/>
          </a:xfrm>
          <a:prstGeom prst="rect">
            <a:avLst/>
          </a:prstGeom>
          <a:noFill/>
          <a:ln>
            <a:noFill/>
          </a:ln>
        </p:spPr>
      </p:pic>
      <p:pic>
        <p:nvPicPr>
          <p:cNvPr id="427" name="Google Shape;427;p12"/>
          <p:cNvPicPr preferRelativeResize="0"/>
          <p:nvPr/>
        </p:nvPicPr>
        <p:blipFill>
          <a:blip r:embed="rId5">
            <a:alphaModFix/>
          </a:blip>
          <a:stretch>
            <a:fillRect/>
          </a:stretch>
        </p:blipFill>
        <p:spPr>
          <a:xfrm>
            <a:off x="3494686" y="2646150"/>
            <a:ext cx="2637502" cy="6012151"/>
          </a:xfrm>
          <a:prstGeom prst="rect">
            <a:avLst/>
          </a:prstGeom>
          <a:noFill/>
          <a:ln>
            <a:noFill/>
          </a:ln>
        </p:spPr>
      </p:pic>
      <p:pic>
        <p:nvPicPr>
          <p:cNvPr id="428" name="Google Shape;428;p12"/>
          <p:cNvPicPr preferRelativeResize="0"/>
          <p:nvPr/>
        </p:nvPicPr>
        <p:blipFill>
          <a:blip r:embed="rId6">
            <a:alphaModFix/>
          </a:blip>
          <a:stretch>
            <a:fillRect/>
          </a:stretch>
        </p:blipFill>
        <p:spPr>
          <a:xfrm>
            <a:off x="6205348" y="2646196"/>
            <a:ext cx="2778101" cy="6012103"/>
          </a:xfrm>
          <a:prstGeom prst="rect">
            <a:avLst/>
          </a:prstGeom>
          <a:noFill/>
          <a:ln>
            <a:noFill/>
          </a:ln>
        </p:spPr>
      </p:pic>
      <p:pic>
        <p:nvPicPr>
          <p:cNvPr id="429" name="Google Shape;429;p12"/>
          <p:cNvPicPr preferRelativeResize="0"/>
          <p:nvPr/>
        </p:nvPicPr>
        <p:blipFill>
          <a:blip r:embed="rId7">
            <a:alphaModFix/>
          </a:blip>
          <a:stretch>
            <a:fillRect/>
          </a:stretch>
        </p:blipFill>
        <p:spPr>
          <a:xfrm>
            <a:off x="9120139" y="2646216"/>
            <a:ext cx="2778101" cy="6012082"/>
          </a:xfrm>
          <a:prstGeom prst="rect">
            <a:avLst/>
          </a:prstGeom>
          <a:noFill/>
          <a:ln>
            <a:noFill/>
          </a:ln>
        </p:spPr>
      </p:pic>
      <p:pic>
        <p:nvPicPr>
          <p:cNvPr id="430" name="Google Shape;430;p12"/>
          <p:cNvPicPr preferRelativeResize="0"/>
          <p:nvPr/>
        </p:nvPicPr>
        <p:blipFill>
          <a:blip r:embed="rId8">
            <a:alphaModFix/>
          </a:blip>
          <a:stretch>
            <a:fillRect/>
          </a:stretch>
        </p:blipFill>
        <p:spPr>
          <a:xfrm>
            <a:off x="12050645" y="2646185"/>
            <a:ext cx="2778101" cy="6012116"/>
          </a:xfrm>
          <a:prstGeom prst="rect">
            <a:avLst/>
          </a:prstGeom>
          <a:noFill/>
          <a:ln>
            <a:noFill/>
          </a:ln>
        </p:spPr>
      </p:pic>
      <p:pic>
        <p:nvPicPr>
          <p:cNvPr id="431" name="Google Shape;431;p12"/>
          <p:cNvPicPr preferRelativeResize="0"/>
          <p:nvPr/>
        </p:nvPicPr>
        <p:blipFill>
          <a:blip r:embed="rId9">
            <a:alphaModFix/>
          </a:blip>
          <a:stretch>
            <a:fillRect/>
          </a:stretch>
        </p:blipFill>
        <p:spPr>
          <a:xfrm>
            <a:off x="14981147" y="2652689"/>
            <a:ext cx="2778101" cy="601210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30613"/>
            </a:gs>
            <a:gs pos="100000">
              <a:srgbClr val="520B07"/>
            </a:gs>
          </a:gsLst>
          <a:lin ang="5400000" scaled="0"/>
        </a:gradFill>
      </p:bgPr>
    </p:bg>
    <p:spTree>
      <p:nvGrpSpPr>
        <p:cNvPr id="435" name="Shape 435"/>
        <p:cNvGrpSpPr/>
        <p:nvPr/>
      </p:nvGrpSpPr>
      <p:grpSpPr>
        <a:xfrm>
          <a:off x="0" y="0"/>
          <a:ext cx="0" cy="0"/>
          <a:chOff x="0" y="0"/>
          <a:chExt cx="0" cy="0"/>
        </a:xfrm>
      </p:grpSpPr>
      <p:sp>
        <p:nvSpPr>
          <p:cNvPr id="436" name="Google Shape;436;p13"/>
          <p:cNvSpPr txBox="1"/>
          <p:nvPr/>
        </p:nvSpPr>
        <p:spPr>
          <a:xfrm>
            <a:off x="127975" y="421425"/>
            <a:ext cx="1143000" cy="369300"/>
          </a:xfrm>
          <a:prstGeom prst="rect">
            <a:avLst/>
          </a:prstGeom>
          <a:noFill/>
          <a:ln>
            <a:noFill/>
          </a:ln>
        </p:spPr>
        <p:txBody>
          <a:bodyPr anchorCtr="0" anchor="t" bIns="0" lIns="0" spcFirstLastPara="1" rIns="0" wrap="square" tIns="0">
            <a:spAutoFit/>
          </a:bodyPr>
          <a:lstStyle/>
          <a:p>
            <a:pPr indent="0" lvl="0" marL="0" marR="0" rtl="0" algn="r">
              <a:lnSpc>
                <a:spcPct val="139958"/>
              </a:lnSpc>
              <a:spcBef>
                <a:spcPts val="0"/>
              </a:spcBef>
              <a:spcAft>
                <a:spcPts val="0"/>
              </a:spcAft>
              <a:buNone/>
            </a:pPr>
            <a:r>
              <a:rPr lang="en-US" sz="2400">
                <a:solidFill>
                  <a:srgbClr val="FFFFFF"/>
                </a:solidFill>
                <a:latin typeface="Antonio"/>
                <a:ea typeface="Antonio"/>
                <a:cs typeface="Antonio"/>
                <a:sym typeface="Antonio"/>
              </a:rPr>
              <a:t>13</a:t>
            </a:r>
            <a:endParaRPr/>
          </a:p>
        </p:txBody>
      </p:sp>
      <p:sp>
        <p:nvSpPr>
          <p:cNvPr id="437" name="Google Shape;437;p13"/>
          <p:cNvSpPr txBox="1"/>
          <p:nvPr/>
        </p:nvSpPr>
        <p:spPr>
          <a:xfrm>
            <a:off x="2381102" y="600075"/>
            <a:ext cx="13335000" cy="1609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2000" u="none" cap="none" strike="noStrike">
                <a:solidFill>
                  <a:srgbClr val="FFFFFF"/>
                </a:solidFill>
                <a:latin typeface="Antonio"/>
                <a:ea typeface="Antonio"/>
                <a:cs typeface="Antonio"/>
                <a:sym typeface="Antonio"/>
              </a:rPr>
              <a:t>CONCLUSIÓN</a:t>
            </a:r>
            <a:endParaRPr/>
          </a:p>
        </p:txBody>
      </p:sp>
      <p:cxnSp>
        <p:nvCxnSpPr>
          <p:cNvPr id="438" name="Google Shape;438;p13"/>
          <p:cNvCxnSpPr/>
          <p:nvPr/>
        </p:nvCxnSpPr>
        <p:spPr>
          <a:xfrm>
            <a:off x="8382000" y="2803400"/>
            <a:ext cx="1524000" cy="0"/>
          </a:xfrm>
          <a:prstGeom prst="straightConnector1">
            <a:avLst/>
          </a:prstGeom>
          <a:noFill/>
          <a:ln cap="flat" cmpd="sng" w="38100">
            <a:solidFill>
              <a:srgbClr val="FFFFFF"/>
            </a:solidFill>
            <a:prstDash val="solid"/>
            <a:round/>
            <a:headEnd len="sm" w="sm" type="none"/>
            <a:tailEnd len="sm" w="sm" type="none"/>
          </a:ln>
        </p:spPr>
      </p:cxnSp>
      <p:sp>
        <p:nvSpPr>
          <p:cNvPr id="439" name="Google Shape;439;p13"/>
          <p:cNvSpPr txBox="1"/>
          <p:nvPr/>
        </p:nvSpPr>
        <p:spPr>
          <a:xfrm>
            <a:off x="4381500" y="3239947"/>
            <a:ext cx="9525000" cy="3046800"/>
          </a:xfrm>
          <a:prstGeom prst="rect">
            <a:avLst/>
          </a:prstGeom>
          <a:noFill/>
          <a:ln>
            <a:noFill/>
          </a:ln>
        </p:spPr>
        <p:txBody>
          <a:bodyPr anchorCtr="0" anchor="t" bIns="0" lIns="0" spcFirstLastPara="1" rIns="0" wrap="square" tIns="0">
            <a:spAutoFit/>
          </a:bodyPr>
          <a:lstStyle/>
          <a:p>
            <a:pPr indent="0" lvl="0" marL="0" marR="0" rtl="0" algn="just">
              <a:lnSpc>
                <a:spcPct val="160027"/>
              </a:lnSpc>
              <a:spcBef>
                <a:spcPts val="0"/>
              </a:spcBef>
              <a:spcAft>
                <a:spcPts val="0"/>
              </a:spcAft>
              <a:buNone/>
            </a:pPr>
            <a:r>
              <a:rPr lang="en-US" sz="2199">
                <a:solidFill>
                  <a:srgbClr val="FFFFFF"/>
                </a:solidFill>
              </a:rPr>
              <a:t>Nuestro</a:t>
            </a:r>
            <a:r>
              <a:rPr lang="en-US" sz="2199">
                <a:solidFill>
                  <a:srgbClr val="FFFFFF"/>
                </a:solidFill>
              </a:rPr>
              <a:t> proyecto responde de manera efectiva a la necesidad de coordinar tareas ocasionales urbanas en Chile (trabajos informales, pololitos), transformando la informalidad en un ecosistema digital seguro, centralizado y transparente gracias a la búsqueda por cercanía y la validación por perfiles y calificaciones.</a:t>
            </a:r>
            <a:endParaRPr sz="2199">
              <a:solidFill>
                <a:srgbClr val="FFFFFF"/>
              </a:solidFill>
            </a:endParaRPr>
          </a:p>
          <a:p>
            <a:pPr indent="0" lvl="0" marL="0" marR="0" rtl="0" algn="just">
              <a:lnSpc>
                <a:spcPct val="160027"/>
              </a:lnSpc>
              <a:spcBef>
                <a:spcPts val="0"/>
              </a:spcBef>
              <a:spcAft>
                <a:spcPts val="0"/>
              </a:spcAft>
              <a:buNone/>
            </a:pPr>
            <a:r>
              <a:t/>
            </a:r>
            <a:endParaRPr sz="2199">
              <a:solidFill>
                <a:srgbClr val="FFFFFF"/>
              </a:solidFill>
            </a:endParaRPr>
          </a:p>
        </p:txBody>
      </p:sp>
      <p:grpSp>
        <p:nvGrpSpPr>
          <p:cNvPr id="440" name="Google Shape;440;p13"/>
          <p:cNvGrpSpPr/>
          <p:nvPr/>
        </p:nvGrpSpPr>
        <p:grpSpPr>
          <a:xfrm>
            <a:off x="0" y="9496425"/>
            <a:ext cx="18288000" cy="790575"/>
            <a:chOff x="0" y="-38100"/>
            <a:chExt cx="24384000" cy="1054100"/>
          </a:xfrm>
        </p:grpSpPr>
        <p:sp>
          <p:nvSpPr>
            <p:cNvPr id="441" name="Google Shape;441;p13"/>
            <p:cNvSpPr/>
            <p:nvPr/>
          </p:nvSpPr>
          <p:spPr>
            <a:xfrm>
              <a:off x="0" y="0"/>
              <a:ext cx="24384000" cy="1016000"/>
            </a:xfrm>
            <a:custGeom>
              <a:rect b="b" l="l" r="r" t="t"/>
              <a:pathLst>
                <a:path extrusionOk="0" h="1016000" w="24384000">
                  <a:moveTo>
                    <a:pt x="0" y="0"/>
                  </a:moveTo>
                  <a:lnTo>
                    <a:pt x="24384000" y="0"/>
                  </a:lnTo>
                  <a:lnTo>
                    <a:pt x="24384000" y="1016000"/>
                  </a:lnTo>
                  <a:lnTo>
                    <a:pt x="0" y="1016000"/>
                  </a:lnTo>
                  <a:close/>
                </a:path>
              </a:pathLst>
            </a:custGeom>
            <a:solidFill>
              <a:srgbClr val="1A1A1A">
                <a:alpha val="29804"/>
              </a:srgbClr>
            </a:solidFill>
            <a:ln>
              <a:noFill/>
            </a:ln>
          </p:spPr>
        </p:sp>
        <p:sp>
          <p:nvSpPr>
            <p:cNvPr id="442" name="Google Shape;442;p13"/>
            <p:cNvSpPr txBox="1"/>
            <p:nvPr/>
          </p:nvSpPr>
          <p:spPr>
            <a:xfrm>
              <a:off x="0" y="-38100"/>
              <a:ext cx="24384000" cy="1054100"/>
            </a:xfrm>
            <a:prstGeom prst="rect">
              <a:avLst/>
            </a:prstGeom>
            <a:noFill/>
            <a:ln>
              <a:noFill/>
            </a:ln>
          </p:spPr>
          <p:txBody>
            <a:bodyPr anchorCtr="0" anchor="ctr" bIns="50800" lIns="50800" spcFirstLastPara="1" rIns="50800" wrap="square" tIns="50800">
              <a:noAutofit/>
            </a:bodyPr>
            <a:lstStyle/>
            <a:p>
              <a:pPr indent="0" lvl="0" marL="0" marR="0" rtl="0" algn="l">
                <a:lnSpc>
                  <a:spcPct val="93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443" name="Google Shape;443;p13"/>
          <p:cNvPicPr preferRelativeResize="0"/>
          <p:nvPr/>
        </p:nvPicPr>
        <p:blipFill rotWithShape="1">
          <a:blip r:embed="rId3">
            <a:alphaModFix/>
          </a:blip>
          <a:srcRect b="0" l="0" r="0" t="0"/>
          <a:stretch/>
        </p:blipFill>
        <p:spPr>
          <a:xfrm>
            <a:off x="16001984" y="-868967"/>
            <a:ext cx="2286006" cy="228600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30613"/>
            </a:gs>
            <a:gs pos="100000">
              <a:srgbClr val="520B07"/>
            </a:gs>
          </a:gsLst>
          <a:lin ang="5400000" scaled="0"/>
        </a:gradFill>
      </p:bgPr>
    </p:bg>
    <p:spTree>
      <p:nvGrpSpPr>
        <p:cNvPr id="447" name="Shape 447"/>
        <p:cNvGrpSpPr/>
        <p:nvPr/>
      </p:nvGrpSpPr>
      <p:grpSpPr>
        <a:xfrm>
          <a:off x="0" y="0"/>
          <a:ext cx="0" cy="0"/>
          <a:chOff x="0" y="0"/>
          <a:chExt cx="0" cy="0"/>
        </a:xfrm>
      </p:grpSpPr>
      <p:grpSp>
        <p:nvGrpSpPr>
          <p:cNvPr id="448" name="Google Shape;448;p14"/>
          <p:cNvGrpSpPr/>
          <p:nvPr/>
        </p:nvGrpSpPr>
        <p:grpSpPr>
          <a:xfrm>
            <a:off x="666750" y="1972151"/>
            <a:ext cx="16954500" cy="6507004"/>
            <a:chOff x="0" y="219075"/>
            <a:chExt cx="22606000" cy="8676005"/>
          </a:xfrm>
        </p:grpSpPr>
        <p:sp>
          <p:nvSpPr>
            <p:cNvPr id="449" name="Google Shape;449;p14"/>
            <p:cNvSpPr txBox="1"/>
            <p:nvPr/>
          </p:nvSpPr>
          <p:spPr>
            <a:xfrm>
              <a:off x="0" y="3448897"/>
              <a:ext cx="22606000" cy="221932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2000" u="none" cap="none" strike="noStrike">
                  <a:solidFill>
                    <a:srgbClr val="FFFFFF"/>
                  </a:solidFill>
                  <a:latin typeface="Antonio"/>
                  <a:ea typeface="Antonio"/>
                  <a:cs typeface="Antonio"/>
                  <a:sym typeface="Antonio"/>
                </a:rPr>
                <a:t>Gracias por su atención</a:t>
              </a:r>
              <a:endParaRPr/>
            </a:p>
          </p:txBody>
        </p:sp>
        <p:sp>
          <p:nvSpPr>
            <p:cNvPr id="450" name="Google Shape;450;p14"/>
            <p:cNvSpPr txBox="1"/>
            <p:nvPr/>
          </p:nvSpPr>
          <p:spPr>
            <a:xfrm>
              <a:off x="0" y="6675755"/>
              <a:ext cx="22606000" cy="2219325"/>
            </a:xfrm>
            <a:prstGeom prst="rect">
              <a:avLst/>
            </a:prstGeom>
            <a:noFill/>
            <a:ln>
              <a:noFill/>
            </a:ln>
          </p:spPr>
          <p:txBody>
            <a:bodyPr anchorCtr="0" anchor="t" bIns="0" lIns="0" spcFirstLastPara="1" rIns="0" wrap="square" tIns="0">
              <a:spAutoFit/>
            </a:bodyPr>
            <a:lstStyle/>
            <a:p>
              <a:pPr indent="0" lvl="0" marL="0" marR="0" rtl="0" algn="ctr">
                <a:lnSpc>
                  <a:spcPct val="66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1" name="Google Shape;451;p14"/>
            <p:cNvSpPr txBox="1"/>
            <p:nvPr/>
          </p:nvSpPr>
          <p:spPr>
            <a:xfrm>
              <a:off x="0" y="219075"/>
              <a:ext cx="22606000" cy="2219325"/>
            </a:xfrm>
            <a:prstGeom prst="rect">
              <a:avLst/>
            </a:prstGeom>
            <a:noFill/>
            <a:ln>
              <a:noFill/>
            </a:ln>
          </p:spPr>
          <p:txBody>
            <a:bodyPr anchorCtr="0" anchor="t" bIns="0" lIns="0" spcFirstLastPara="1" rIns="0" wrap="square" tIns="0">
              <a:spAutoFit/>
            </a:bodyPr>
            <a:lstStyle/>
            <a:p>
              <a:pPr indent="0" lvl="0" marL="0" marR="0" rtl="0" algn="ctr">
                <a:lnSpc>
                  <a:spcPct val="66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452" name="Google Shape;452;p14"/>
          <p:cNvPicPr preferRelativeResize="0"/>
          <p:nvPr/>
        </p:nvPicPr>
        <p:blipFill rotWithShape="1">
          <a:blip r:embed="rId3">
            <a:alphaModFix/>
          </a:blip>
          <a:srcRect b="0" l="0" r="0" t="0"/>
          <a:stretch/>
        </p:blipFill>
        <p:spPr>
          <a:xfrm>
            <a:off x="16001984" y="-868967"/>
            <a:ext cx="2286006" cy="228600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